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261" r:id="rId7"/>
    <p:sldId id="280" r:id="rId8"/>
    <p:sldId id="264" r:id="rId9"/>
    <p:sldId id="263" r:id="rId10"/>
    <p:sldId id="274" r:id="rId11"/>
    <p:sldId id="275" r:id="rId12"/>
    <p:sldId id="276" r:id="rId13"/>
    <p:sldId id="277" r:id="rId14"/>
    <p:sldId id="278" r:id="rId15"/>
    <p:sldId id="279" r:id="rId16"/>
    <p:sldId id="265" r:id="rId17"/>
    <p:sldId id="266" r:id="rId18"/>
    <p:sldId id="267" r:id="rId19"/>
    <p:sldId id="268" r:id="rId20"/>
    <p:sldId id="269" r:id="rId21"/>
    <p:sldId id="270" r:id="rId22"/>
    <p:sldId id="271" r:id="rId23"/>
    <p:sldId id="272" r:id="rId24"/>
    <p:sldId id="273" r:id="rId25"/>
    <p:sldId id="281" r:id="rId26"/>
    <p:sldId id="282" r:id="rId27"/>
    <p:sldId id="262" r:id="rId2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9663160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6188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d1057461b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d1057461b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485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fd1057461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fd1057461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6061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7BD489D6-3A5A-295B-F53E-543E1148BAFD}"/>
            </a:ext>
          </a:extLst>
        </p:cNvPr>
        <p:cNvGrpSpPr/>
        <p:nvPr/>
      </p:nvGrpSpPr>
      <p:grpSpPr>
        <a:xfrm>
          <a:off x="0" y="0"/>
          <a:ext cx="0" cy="0"/>
          <a:chOff x="0" y="0"/>
          <a:chExt cx="0" cy="0"/>
        </a:xfrm>
      </p:grpSpPr>
      <p:sp>
        <p:nvSpPr>
          <p:cNvPr id="82" name="Google Shape;82;g2fd1057461b_0_30:notes">
            <a:extLst>
              <a:ext uri="{FF2B5EF4-FFF2-40B4-BE49-F238E27FC236}">
                <a16:creationId xmlns:a16="http://schemas.microsoft.com/office/drawing/2014/main" id="{A2ADB6C1-4566-093B-5C66-8D2B8AA49C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fd1057461b_0_30:notes">
            <a:extLst>
              <a:ext uri="{FF2B5EF4-FFF2-40B4-BE49-F238E27FC236}">
                <a16:creationId xmlns:a16="http://schemas.microsoft.com/office/drawing/2014/main" id="{30F13E3F-15B2-BBFC-68DE-309CFB6754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1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fd1057461b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fd1057461b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3244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1.xml"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2.xml" /><Relationship Id="rId1" Type="http://schemas.openxmlformats.org/officeDocument/2006/relationships/slideLayout" Target="../slideLayouts/slideLayout3.xml" /><Relationship Id="rId4" Type="http://schemas.openxmlformats.org/officeDocument/2006/relationships/image" Target="../media/image3.jpeg" /></Relationships>
</file>

<file path=ppt/slides/_rels/slide3.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4.jpeg" /></Relationships>
</file>

<file path=ppt/slides/_rels/slide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3.xml" /><Relationship Id="rId1" Type="http://schemas.openxmlformats.org/officeDocument/2006/relationships/slideLayout" Target="../slideLayouts/slideLayout3.xml" /><Relationship Id="rId4" Type="http://schemas.openxmlformats.org/officeDocument/2006/relationships/image" Target="../media/image3.jpeg"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3.xml" /><Relationship Id="rId4" Type="http://schemas.openxmlformats.org/officeDocument/2006/relationships/image" Target="../media/image3.jpeg" /></Relationships>
</file>

<file path=ppt/slides/_rels/slide7.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s>
</file>

<file path=ppt/slides/_rels/slide8.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5.png" /></Relationships>
</file>

<file path=ppt/slides/_rels/slide9.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6.png" /></Relationships>
</file>

<file path=ppt/slides/_rels/slide10.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7.png" /></Relationships>
</file>

<file path=ppt/slides/_rels/slide11.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8.png" /></Relationships>
</file>

<file path=ppt/slides/_rels/slide12.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9.png" /></Relationships>
</file>

<file path=ppt/slides/_rels/slide13.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10.png" /></Relationships>
</file>

<file path=ppt/slides/_rels/slide14.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11.png" /></Relationships>
</file>

<file path=ppt/slides/_rels/slide15.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12.png" /></Relationships>
</file>

<file path=ppt/slides/_rels/slide16.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13.jpeg" /></Relationships>
</file>

<file path=ppt/slides/_rels/slide17.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14.jpeg" /></Relationships>
</file>

<file path=ppt/slides/_rels/slide18.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15.jpeg" /></Relationships>
</file>

<file path=ppt/slides/_rels/slide19.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16.jpeg" /></Relationships>
</file>

<file path=ppt/slides/_rels/slide20.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17.jpeg" /></Relationships>
</file>

<file path=ppt/slides/_rels/slide21.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18.jpeg" /></Relationships>
</file>

<file path=ppt/slides/_rels/slide22.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19.jpeg" /></Relationships>
</file>

<file path=ppt/slides/_rels/slide23.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19.jpeg" /></Relationships>
</file>

<file path=ppt/slides/_rels/slide24.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20.jpeg" /></Relationships>
</file>

<file path=ppt/slides/_rels/slide25.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 Id="rId4" Type="http://schemas.openxmlformats.org/officeDocument/2006/relationships/image" Target="../media/image21.jpeg" /></Relationships>
</file>

<file path=ppt/slides/_rels/slide26.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png" /><Relationship Id="rId1" Type="http://schemas.openxmlformats.org/officeDocument/2006/relationships/slideLayout" Target="../slideLayouts/slideLayout3.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subTitle" idx="1"/>
          </p:nvPr>
        </p:nvSpPr>
        <p:spPr>
          <a:xfrm>
            <a:off x="1127400" y="1929347"/>
            <a:ext cx="6889200" cy="1013700"/>
          </a:xfrm>
          <a:prstGeom prst="rect">
            <a:avLst/>
          </a:prstGeom>
        </p:spPr>
        <p:txBody>
          <a:bodyPr spcFirstLastPara="1" wrap="square" lIns="91425" tIns="91425" rIns="91425" bIns="91425" anchor="t" anchorCtr="0">
            <a:noAutofit/>
          </a:bodyPr>
          <a:lstStyle/>
          <a:p>
            <a:pPr marL="0" indent="0" algn="ctr">
              <a:buNone/>
            </a:pPr>
            <a:r>
              <a:rPr lang="en-IN" sz="3600" b="1" dirty="0">
                <a:solidFill>
                  <a:schemeClr val="tx1"/>
                </a:solidFill>
                <a:latin typeface="Times New Roman" pitchFamily="18" charset="0"/>
                <a:cs typeface="Times New Roman" pitchFamily="18" charset="0"/>
              </a:rPr>
              <a:t>SMART CANTEEN SYSTEM</a:t>
            </a:r>
          </a:p>
        </p:txBody>
      </p:sp>
      <p:pic>
        <p:nvPicPr>
          <p:cNvPr id="55" name="Google Shape;55;p13"/>
          <p:cNvPicPr preferRelativeResize="0"/>
          <p:nvPr/>
        </p:nvPicPr>
        <p:blipFill>
          <a:blip r:embed="rId3">
            <a:alphaModFix/>
          </a:blip>
          <a:stretch>
            <a:fillRect/>
          </a:stretch>
        </p:blipFill>
        <p:spPr>
          <a:xfrm>
            <a:off x="132347" y="97725"/>
            <a:ext cx="4122153" cy="1358084"/>
          </a:xfrm>
          <a:prstGeom prst="rect">
            <a:avLst/>
          </a:prstGeom>
          <a:noFill/>
          <a:ln>
            <a:noFill/>
          </a:ln>
        </p:spPr>
      </p:pic>
      <p:sp>
        <p:nvSpPr>
          <p:cNvPr id="56" name="Google Shape;56;p13"/>
          <p:cNvSpPr txBox="1"/>
          <p:nvPr/>
        </p:nvSpPr>
        <p:spPr>
          <a:xfrm>
            <a:off x="288463" y="3050650"/>
            <a:ext cx="4439653" cy="2092850"/>
          </a:xfrm>
          <a:prstGeom prst="rect">
            <a:avLst/>
          </a:prstGeom>
          <a:noFill/>
          <a:ln>
            <a:solidFill>
              <a:schemeClr val="bg1"/>
            </a:solidFill>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t" anchorCtr="0">
            <a:spAutoFit/>
          </a:bodyPr>
          <a:lstStyle/>
          <a:p>
            <a:pPr marL="0" lvl="0" indent="0" algn="ctr" rtl="0">
              <a:lnSpc>
                <a:spcPct val="100000"/>
              </a:lnSpc>
              <a:spcBef>
                <a:spcPts val="0"/>
              </a:spcBef>
              <a:spcAft>
                <a:spcPts val="0"/>
              </a:spcAft>
              <a:buNone/>
            </a:pPr>
            <a:r>
              <a:rPr lang="en" sz="2000" b="1" dirty="0">
                <a:solidFill>
                  <a:schemeClr val="tx1"/>
                </a:solidFill>
                <a:latin typeface="Times New Roman" panose="02020603050405020304" pitchFamily="18" charset="0"/>
                <a:cs typeface="Times New Roman" panose="02020603050405020304" pitchFamily="18" charset="0"/>
              </a:rPr>
              <a:t>PRESENTED BY</a:t>
            </a:r>
          </a:p>
          <a:p>
            <a:pPr marL="0" lvl="0" indent="0" algn="ctr" rtl="0">
              <a:lnSpc>
                <a:spcPct val="100000"/>
              </a:lnSpc>
              <a:spcBef>
                <a:spcPts val="0"/>
              </a:spcBef>
              <a:spcAft>
                <a:spcPts val="0"/>
              </a:spcAft>
              <a:buNone/>
            </a:pPr>
            <a:endParaRPr lang="en" sz="2000" b="1" dirty="0">
              <a:solidFill>
                <a:schemeClr val="tx1"/>
              </a:solidFill>
              <a:latin typeface="Times New Roman" panose="02020603050405020304" pitchFamily="18" charset="0"/>
              <a:cs typeface="Times New Roman" panose="02020603050405020304" pitchFamily="18" charset="0"/>
            </a:endParaRPr>
          </a:p>
          <a:p>
            <a:pPr marL="0" lvl="0" indent="0" algn="ctr" rtl="0">
              <a:lnSpc>
                <a:spcPct val="150000"/>
              </a:lnSpc>
              <a:spcBef>
                <a:spcPts val="0"/>
              </a:spcBef>
              <a:spcAft>
                <a:spcPts val="0"/>
              </a:spcAft>
              <a:buNone/>
            </a:pPr>
            <a:r>
              <a:rPr lang="en" b="1" dirty="0">
                <a:solidFill>
                  <a:schemeClr val="tx1"/>
                </a:solidFill>
                <a:latin typeface="Times New Roman" panose="02020603050405020304" pitchFamily="18" charset="0"/>
                <a:ea typeface="Calibri"/>
                <a:cs typeface="Times New Roman" panose="02020603050405020304" pitchFamily="18" charset="0"/>
                <a:sym typeface="Calibri"/>
              </a:rPr>
              <a:t>RAJEV SHREE U [2303811710422130]</a:t>
            </a:r>
          </a:p>
          <a:p>
            <a:pPr algn="ctr">
              <a:lnSpc>
                <a:spcPct val="150000"/>
              </a:lnSpc>
            </a:pPr>
            <a:r>
              <a:rPr lang="en" b="1" dirty="0">
                <a:solidFill>
                  <a:schemeClr val="tx1"/>
                </a:solidFill>
                <a:latin typeface="Times New Roman" panose="02020603050405020304" pitchFamily="18" charset="0"/>
                <a:ea typeface="Calibri"/>
                <a:cs typeface="Times New Roman" panose="02020603050405020304" pitchFamily="18" charset="0"/>
                <a:sym typeface="Calibri"/>
              </a:rPr>
              <a:t>ROHINI D [2303811710422131]</a:t>
            </a:r>
          </a:p>
          <a:p>
            <a:pPr algn="ctr">
              <a:lnSpc>
                <a:spcPct val="150000"/>
              </a:lnSpc>
            </a:pPr>
            <a:r>
              <a:rPr lang="en" b="1" dirty="0">
                <a:solidFill>
                  <a:schemeClr val="tx1"/>
                </a:solidFill>
                <a:latin typeface="Times New Roman" panose="02020603050405020304" pitchFamily="18" charset="0"/>
                <a:ea typeface="Calibri"/>
                <a:cs typeface="Times New Roman" panose="02020603050405020304" pitchFamily="18" charset="0"/>
                <a:sym typeface="Calibri"/>
              </a:rPr>
              <a:t>SAGANA S [2303811710422134]</a:t>
            </a:r>
          </a:p>
          <a:p>
            <a:pPr algn="ctr">
              <a:lnSpc>
                <a:spcPct val="150000"/>
              </a:lnSpc>
            </a:pPr>
            <a:r>
              <a:rPr lang="en" b="1" dirty="0">
                <a:solidFill>
                  <a:schemeClr val="tx1"/>
                </a:solidFill>
                <a:latin typeface="Times New Roman" panose="02020603050405020304" pitchFamily="18" charset="0"/>
                <a:ea typeface="Calibri"/>
                <a:cs typeface="Times New Roman" panose="02020603050405020304" pitchFamily="18" charset="0"/>
                <a:sym typeface="Calibri"/>
              </a:rPr>
              <a:t>SINDHUJA S [2303811710422150]</a:t>
            </a:r>
          </a:p>
        </p:txBody>
      </p:sp>
      <p:sp>
        <p:nvSpPr>
          <p:cNvPr id="57" name="Google Shape;57;p13"/>
          <p:cNvSpPr txBox="1"/>
          <p:nvPr/>
        </p:nvSpPr>
        <p:spPr>
          <a:xfrm>
            <a:off x="5426928" y="3863222"/>
            <a:ext cx="3283642" cy="984855"/>
          </a:xfrm>
          <a:prstGeom prst="rect">
            <a:avLst/>
          </a:prstGeom>
          <a:noFill/>
          <a:ln>
            <a:noFill/>
          </a:ln>
        </p:spPr>
        <p:txBody>
          <a:bodyPr spcFirstLastPara="1" wrap="square" lIns="91425" tIns="91425" rIns="91425" bIns="91425" anchor="t" anchorCtr="0">
            <a:spAutoFit/>
          </a:bodyPr>
          <a:lstStyle/>
          <a:p>
            <a:pPr algn="ctr">
              <a:spcBef>
                <a:spcPct val="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a:solidFill>
                  <a:schemeClr val="tx1"/>
                </a:solidFill>
                <a:latin typeface="Times New Roman" panose="02020603050405020304" pitchFamily="18" charset="0"/>
                <a:cs typeface="Times New Roman" panose="02020603050405020304" pitchFamily="18" charset="0"/>
              </a:rPr>
              <a:t>SUPERVISOR</a:t>
            </a:r>
          </a:p>
          <a:p>
            <a:pPr algn="ctr">
              <a:spcBef>
                <a:spcPct val="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ctr">
              <a:spcBef>
                <a:spcPct val="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600" b="1" dirty="0">
                <a:solidFill>
                  <a:schemeClr val="tx1"/>
                </a:solidFill>
                <a:latin typeface="Times New Roman" panose="02020603050405020304" pitchFamily="18" charset="0"/>
                <a:cs typeface="Times New Roman" panose="02020603050405020304" pitchFamily="18" charset="0"/>
              </a:rPr>
              <a:t>MRS. V. KALPANA, M.E,(</a:t>
            </a:r>
            <a:r>
              <a:rPr lang="en-US" altLang="en-US" sz="1600" b="1" dirty="0" err="1">
                <a:solidFill>
                  <a:schemeClr val="tx1"/>
                </a:solidFill>
                <a:latin typeface="Times New Roman" panose="02020603050405020304" pitchFamily="18" charset="0"/>
                <a:cs typeface="Times New Roman" panose="02020603050405020304" pitchFamily="18" charset="0"/>
              </a:rPr>
              <a:t>Ph.D</a:t>
            </a:r>
            <a:r>
              <a:rPr lang="en-US" altLang="en-US" sz="1600" b="1" dirty="0">
                <a:solidFill>
                  <a:schemeClr val="tx1"/>
                </a:solidFill>
                <a:latin typeface="Times New Roman" panose="02020603050405020304" pitchFamily="18" charset="0"/>
                <a:cs typeface="Times New Roman" panose="02020603050405020304" pitchFamily="18" charset="0"/>
              </a:rPr>
              <a:t>).,</a:t>
            </a:r>
          </a:p>
        </p:txBody>
      </p:sp>
      <p:pic>
        <p:nvPicPr>
          <p:cNvPr id="58" name="Google Shape;58;p13"/>
          <p:cNvPicPr preferRelativeResize="0"/>
          <p:nvPr/>
        </p:nvPicPr>
        <p:blipFill rotWithShape="1">
          <a:blip r:embed="rId4">
            <a:alphaModFix/>
          </a:blip>
          <a:srcRect/>
          <a:stretch/>
        </p:blipFill>
        <p:spPr>
          <a:xfrm>
            <a:off x="8139713" y="216571"/>
            <a:ext cx="799740" cy="79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64" name="Google Shape;64;p14"/>
          <p:cNvPicPr preferRelativeResize="0"/>
          <p:nvPr/>
        </p:nvPicPr>
        <p:blipFill rotWithShape="1">
          <a:blip r:embed="rId3">
            <a:alphaModFix/>
          </a:blip>
          <a:srcRect/>
          <a:stretch/>
        </p:blipFill>
        <p:spPr>
          <a:xfrm>
            <a:off x="215900" y="137415"/>
            <a:ext cx="762558" cy="762395"/>
          </a:xfrm>
          <a:prstGeom prst="rect">
            <a:avLst/>
          </a:prstGeom>
          <a:noFill/>
          <a:ln>
            <a:noFill/>
          </a:ln>
        </p:spPr>
      </p:pic>
      <p:pic>
        <p:nvPicPr>
          <p:cNvPr id="65" name="Google Shape;65;p14"/>
          <p:cNvPicPr preferRelativeResize="0"/>
          <p:nvPr/>
        </p:nvPicPr>
        <p:blipFill rotWithShape="1">
          <a:blip r:embed="rId4">
            <a:alphaModFix/>
          </a:blip>
          <a:srcRect/>
          <a:stretch/>
        </p:blipFill>
        <p:spPr>
          <a:xfrm>
            <a:off x="8179330" y="120816"/>
            <a:ext cx="824970" cy="795591"/>
          </a:xfrm>
          <a:prstGeom prst="rect">
            <a:avLst/>
          </a:prstGeom>
          <a:noFill/>
          <a:ln>
            <a:noFill/>
          </a:ln>
        </p:spPr>
      </p:pic>
      <p:sp>
        <p:nvSpPr>
          <p:cNvPr id="66" name="Google Shape;66;p14"/>
          <p:cNvSpPr txBox="1"/>
          <p:nvPr/>
        </p:nvSpPr>
        <p:spPr>
          <a:xfrm>
            <a:off x="38100" y="241629"/>
            <a:ext cx="9067800" cy="55396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b="1" dirty="0">
                <a:solidFill>
                  <a:schemeClr val="tx1"/>
                </a:solidFill>
              </a:rPr>
              <a:t>PRESENTATION OVERVIEW</a:t>
            </a:r>
            <a:endParaRPr sz="2400" b="1" dirty="0">
              <a:solidFill>
                <a:schemeClr val="tx1"/>
              </a:solidFill>
              <a:latin typeface="Calibri"/>
              <a:ea typeface="Calibri"/>
              <a:cs typeface="Calibri"/>
              <a:sym typeface="Calibri"/>
            </a:endParaRPr>
          </a:p>
        </p:txBody>
      </p:sp>
      <p:sp>
        <p:nvSpPr>
          <p:cNvPr id="6" name="Text Box 2">
            <a:extLst>
              <a:ext uri="{FF2B5EF4-FFF2-40B4-BE49-F238E27FC236}">
                <a16:creationId xmlns:a16="http://schemas.microsoft.com/office/drawing/2014/main" id="{D66838E7-DF8B-441F-A7FD-CF7E2EA15593}"/>
              </a:ext>
            </a:extLst>
          </p:cNvPr>
          <p:cNvSpPr txBox="1">
            <a:spLocks noChangeArrowheads="1"/>
          </p:cNvSpPr>
          <p:nvPr/>
        </p:nvSpPr>
        <p:spPr bwMode="auto">
          <a:xfrm>
            <a:off x="1918010" y="1077965"/>
            <a:ext cx="4732105" cy="3375089"/>
          </a:xfrm>
          <a:prstGeom prst="rect">
            <a:avLst/>
          </a:prstGeom>
          <a:noFill/>
          <a:ln>
            <a:noFill/>
          </a:ln>
        </p:spPr>
        <p:txBody>
          <a:bodyPr/>
          <a:lstStyle>
            <a:lvl1pPr marL="342900" indent="-341313"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1pPr>
            <a:lvl2pPr indent="-284163"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2pPr>
            <a:lvl3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3pPr>
            <a:lvl4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4pPr>
            <a:lvl5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9pPr>
          </a:lstStyle>
          <a:p>
            <a:pPr marL="344487" indent="-342900" algn="just" eaLnBrk="1" hangingPunct="1">
              <a:lnSpc>
                <a:spcPct val="150000"/>
              </a:lnSpc>
              <a:spcBef>
                <a:spcPts val="325"/>
              </a:spcBef>
              <a:buClr>
                <a:srgbClr val="000000"/>
              </a:buClr>
              <a:buSzPct val="100000"/>
              <a:buFont typeface="+mj-lt"/>
              <a:buAutoNum type="arabicPeriod"/>
              <a:defRPr/>
            </a:pPr>
            <a:r>
              <a:rPr lang="en-US" altLang="en-US" sz="2000" dirty="0">
                <a:solidFill>
                  <a:srgbClr val="000000"/>
                </a:solidFill>
                <a:latin typeface="Times New Roman" panose="02020603050405020304" pitchFamily="18" charset="0"/>
                <a:cs typeface="Times New Roman" panose="02020603050405020304" pitchFamily="18" charset="0"/>
              </a:rPr>
              <a:t> Problem Identification</a:t>
            </a:r>
          </a:p>
          <a:p>
            <a:pPr marL="344487" indent="-342900" algn="just" eaLnBrk="1" hangingPunct="1">
              <a:lnSpc>
                <a:spcPct val="150000"/>
              </a:lnSpc>
              <a:spcBef>
                <a:spcPts val="325"/>
              </a:spcBef>
              <a:buClr>
                <a:srgbClr val="000000"/>
              </a:buClr>
              <a:buSzPct val="100000"/>
              <a:buFont typeface="+mj-lt"/>
              <a:buAutoNum type="arabicPeriod"/>
              <a:defRPr/>
            </a:pPr>
            <a:r>
              <a:rPr lang="en-US" altLang="en-US" sz="2000" dirty="0">
                <a:solidFill>
                  <a:srgbClr val="000000"/>
                </a:solidFill>
                <a:latin typeface="Times New Roman" panose="02020603050405020304" pitchFamily="18" charset="0"/>
                <a:cs typeface="Times New Roman" panose="02020603050405020304" pitchFamily="18" charset="0"/>
              </a:rPr>
              <a:t> Architecture diagram</a:t>
            </a:r>
          </a:p>
          <a:p>
            <a:pPr marL="344487" indent="-342900" algn="just" eaLnBrk="1" hangingPunct="1">
              <a:lnSpc>
                <a:spcPct val="150000"/>
              </a:lnSpc>
              <a:spcBef>
                <a:spcPts val="325"/>
              </a:spcBef>
              <a:buClr>
                <a:srgbClr val="000000"/>
              </a:buClr>
              <a:buSzPct val="100000"/>
              <a:buFont typeface="+mj-lt"/>
              <a:buAutoNum type="arabicPeriod"/>
              <a:defRPr/>
            </a:pPr>
            <a:r>
              <a:rPr lang="en-US" altLang="en-US" sz="2000" dirty="0">
                <a:solidFill>
                  <a:srgbClr val="000000"/>
                </a:solidFill>
                <a:latin typeface="Times New Roman" panose="02020603050405020304" pitchFamily="18" charset="0"/>
                <a:cs typeface="Times New Roman" panose="02020603050405020304" pitchFamily="18" charset="0"/>
              </a:rPr>
              <a:t> Modules</a:t>
            </a:r>
          </a:p>
          <a:p>
            <a:pPr marL="344487" indent="-342900" algn="just" eaLnBrk="1" hangingPunct="1">
              <a:lnSpc>
                <a:spcPct val="150000"/>
              </a:lnSpc>
              <a:spcBef>
                <a:spcPts val="325"/>
              </a:spcBef>
              <a:buClr>
                <a:srgbClr val="000000"/>
              </a:buClr>
              <a:buSzPct val="100000"/>
              <a:buFont typeface="+mj-lt"/>
              <a:buAutoNum type="arabicPeriod"/>
              <a:defRPr/>
            </a:pPr>
            <a:r>
              <a:rPr lang="en-US" sz="2000" dirty="0">
                <a:solidFill>
                  <a:srgbClr val="000000"/>
                </a:solidFill>
                <a:latin typeface="Times New Roman" panose="02020603050405020304" pitchFamily="18" charset="0"/>
                <a:cs typeface="Times New Roman" panose="02020603050405020304" pitchFamily="18" charset="0"/>
              </a:rPr>
              <a:t> Module description</a:t>
            </a:r>
          </a:p>
          <a:p>
            <a:pPr marL="458787" indent="-457200" algn="just" eaLnBrk="1" hangingPunct="1">
              <a:lnSpc>
                <a:spcPct val="150000"/>
              </a:lnSpc>
              <a:spcBef>
                <a:spcPts val="325"/>
              </a:spcBef>
              <a:buSzPct val="100000"/>
              <a:buAutoNum type="arabicPeriod" startAt="5"/>
              <a:defRPr/>
            </a:pPr>
            <a:r>
              <a:rPr lang="en-US" sz="2000" dirty="0">
                <a:solidFill>
                  <a:schemeClr val="dk1"/>
                </a:solidFill>
                <a:latin typeface="Times New Roman" panose="02020603050405020304" pitchFamily="18" charset="0"/>
                <a:cs typeface="Times New Roman" panose="02020603050405020304" pitchFamily="18" charset="0"/>
              </a:rPr>
              <a:t>Diagrams</a:t>
            </a:r>
          </a:p>
          <a:p>
            <a:pPr marL="458787" indent="-457200" algn="just" eaLnBrk="1" hangingPunct="1">
              <a:lnSpc>
                <a:spcPct val="150000"/>
              </a:lnSpc>
              <a:spcBef>
                <a:spcPts val="325"/>
              </a:spcBef>
              <a:buSzPct val="100000"/>
              <a:buAutoNum type="arabicPeriod" startAt="5"/>
              <a:defRPr/>
            </a:pPr>
            <a:r>
              <a:rPr lang="en-US" sz="2000" dirty="0">
                <a:solidFill>
                  <a:schemeClr val="dk1"/>
                </a:solidFill>
                <a:latin typeface="Times New Roman" panose="02020603050405020304" pitchFamily="18" charset="0"/>
                <a:cs typeface="Times New Roman" panose="02020603050405020304" pitchFamily="18" charset="0"/>
              </a:rPr>
              <a:t>Output</a:t>
            </a:r>
          </a:p>
          <a:p>
            <a:pPr marL="458787" indent="-457200" algn="just" eaLnBrk="1" hangingPunct="1">
              <a:lnSpc>
                <a:spcPct val="150000"/>
              </a:lnSpc>
              <a:spcBef>
                <a:spcPts val="325"/>
              </a:spcBef>
              <a:buSzPct val="100000"/>
              <a:buAutoNum type="arabicPeriod" startAt="5"/>
              <a:defRPr/>
            </a:pPr>
            <a:r>
              <a:rPr lang="en-US" sz="2000" dirty="0">
                <a:solidFill>
                  <a:schemeClr val="dk1"/>
                </a:solidFill>
                <a:latin typeface="Times New Roman" panose="02020603050405020304" pitchFamily="18" charset="0"/>
                <a:cs typeface="Times New Roman" panose="02020603050405020304" pitchFamily="18" charset="0"/>
              </a:rPr>
              <a:t>Conclusion</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494" y="248804"/>
            <a:ext cx="8520600" cy="651642"/>
          </a:xfrm>
        </p:spPr>
        <p:txBody>
          <a:bodyPr>
            <a:normAutofit/>
          </a:bodyPr>
          <a:lstStyle/>
          <a:p>
            <a:pPr algn="ctr">
              <a:buClr>
                <a:srgbClr val="000000"/>
              </a:buClr>
            </a:pPr>
            <a:r>
              <a:rPr lang="en-US" sz="2400" b="1" dirty="0">
                <a:solidFill>
                  <a:schemeClr val="tx1"/>
                </a:solidFill>
              </a:rPr>
              <a:t>PROBLEM IDENTIFICATION</a:t>
            </a:r>
          </a:p>
        </p:txBody>
      </p:sp>
      <p:pic>
        <p:nvPicPr>
          <p:cNvPr id="4" name="Google Shape;71;p15"/>
          <p:cNvPicPr preferRelativeResize="0"/>
          <p:nvPr/>
        </p:nvPicPr>
        <p:blipFill rotWithShape="1">
          <a:blip r:embed="rId2">
            <a:alphaModFix/>
          </a:blip>
          <a:srcRect/>
          <a:stretch/>
        </p:blipFill>
        <p:spPr>
          <a:xfrm>
            <a:off x="280494" y="193427"/>
            <a:ext cx="762558" cy="762395"/>
          </a:xfrm>
          <a:prstGeom prst="rect">
            <a:avLst/>
          </a:prstGeom>
          <a:noFill/>
          <a:ln>
            <a:noFill/>
          </a:ln>
        </p:spPr>
      </p:pic>
      <p:pic>
        <p:nvPicPr>
          <p:cNvPr id="5" name="Google Shape;72;p15"/>
          <p:cNvPicPr preferRelativeResize="0"/>
          <p:nvPr/>
        </p:nvPicPr>
        <p:blipFill rotWithShape="1">
          <a:blip r:embed="rId3">
            <a:alphaModFix/>
          </a:blip>
          <a:srcRect/>
          <a:stretch/>
        </p:blipFill>
        <p:spPr>
          <a:xfrm>
            <a:off x="8038536" y="176828"/>
            <a:ext cx="824970" cy="795591"/>
          </a:xfrm>
          <a:prstGeom prst="rect">
            <a:avLst/>
          </a:prstGeom>
          <a:noFill/>
          <a:ln>
            <a:noFill/>
          </a:ln>
        </p:spPr>
      </p:pic>
      <p:sp>
        <p:nvSpPr>
          <p:cNvPr id="9" name="TextBox 8">
            <a:extLst>
              <a:ext uri="{FF2B5EF4-FFF2-40B4-BE49-F238E27FC236}">
                <a16:creationId xmlns:a16="http://schemas.microsoft.com/office/drawing/2014/main" id="{0456D663-ADC6-BC1C-709B-DDB81B24C2A7}"/>
              </a:ext>
            </a:extLst>
          </p:cNvPr>
          <p:cNvSpPr txBox="1"/>
          <p:nvPr/>
        </p:nvSpPr>
        <p:spPr>
          <a:xfrm>
            <a:off x="1080223" y="1439709"/>
            <a:ext cx="6995484" cy="2264081"/>
          </a:xfrm>
          <a:prstGeom prst="rect">
            <a:avLst/>
          </a:prstGeom>
          <a:noFill/>
        </p:spPr>
        <p:txBody>
          <a:bodyPr wrap="square">
            <a:spAutoFit/>
          </a:bodyPr>
          <a:lstStyle/>
          <a:p>
            <a:pPr algn="just">
              <a:lnSpc>
                <a:spcPct val="150000"/>
              </a:lnSpc>
            </a:pPr>
            <a:r>
              <a:rPr lang="en-US" altLang="en-IN" sz="1600" dirty="0">
                <a:latin typeface="Times New Roman" panose="02020603050405020304" pitchFamily="18" charset="0"/>
                <a:cs typeface="Times New Roman" panose="02020603050405020304" pitchFamily="18" charset="0"/>
              </a:rPr>
              <a:t>                 Smart canteen systems aim to solve problems like long queues, inefficient order management, food wastage due to poor inventory, and manual data processing. Challenges in implementing these systems include high initial costs, the need for reliable technology access (like smartphones and internet), potential security breaches, difficulties in achieving user adoption, and the necessity of ongoing system maintenance and updates. </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
          <p:cNvSpPr txBox="1">
            <a:spLocks noGrp="1"/>
          </p:cNvSpPr>
          <p:nvPr>
            <p:ph type="title"/>
          </p:nvPr>
        </p:nvSpPr>
        <p:spPr>
          <a:xfrm>
            <a:off x="1004678" y="238294"/>
            <a:ext cx="7039535" cy="67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US" sz="2400" b="1" dirty="0">
                <a:solidFill>
                  <a:schemeClr val="dk1"/>
                </a:solidFill>
              </a:rPr>
              <a:t>ARCHITECTURE DIAGRAM</a:t>
            </a:r>
            <a:endParaRPr b="1" dirty="0">
              <a:solidFill>
                <a:schemeClr val="dk1"/>
              </a:solidFill>
            </a:endParaRPr>
          </a:p>
        </p:txBody>
      </p:sp>
      <p:pic>
        <p:nvPicPr>
          <p:cNvPr id="138" name="Google Shape;138;p1"/>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139" name="Google Shape;139;p1"/>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2" name="Content Placeholder 4">
            <a:extLst>
              <a:ext uri="{FF2B5EF4-FFF2-40B4-BE49-F238E27FC236}">
                <a16:creationId xmlns:a16="http://schemas.microsoft.com/office/drawing/2014/main" id="{100F6417-8876-242A-6173-67B55E92328D}"/>
              </a:ext>
            </a:extLst>
          </p:cNvPr>
          <p:cNvPicPr>
            <a:picLocks noGrp="1" noChangeAspect="1"/>
          </p:cNvPicPr>
          <p:nvPr/>
        </p:nvPicPr>
        <p:blipFill>
          <a:blip r:embed="rId4"/>
          <a:stretch>
            <a:fillRect/>
          </a:stretch>
        </p:blipFill>
        <p:spPr>
          <a:xfrm>
            <a:off x="866846" y="790406"/>
            <a:ext cx="7315200" cy="4114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7"/>
          <p:cNvPicPr preferRelativeResize="0"/>
          <p:nvPr/>
        </p:nvPicPr>
        <p:blipFill rotWithShape="1">
          <a:blip r:embed="rId3">
            <a:alphaModFix/>
          </a:blip>
          <a:srcRect/>
          <a:stretch/>
        </p:blipFill>
        <p:spPr>
          <a:xfrm>
            <a:off x="204868" y="110492"/>
            <a:ext cx="762558" cy="762395"/>
          </a:xfrm>
          <a:prstGeom prst="rect">
            <a:avLst/>
          </a:prstGeom>
          <a:noFill/>
          <a:ln>
            <a:noFill/>
          </a:ln>
        </p:spPr>
      </p:pic>
      <p:pic>
        <p:nvPicPr>
          <p:cNvPr id="86" name="Google Shape;86;p17"/>
          <p:cNvPicPr preferRelativeResize="0"/>
          <p:nvPr/>
        </p:nvPicPr>
        <p:blipFill rotWithShape="1">
          <a:blip r:embed="rId4">
            <a:alphaModFix/>
          </a:blip>
          <a:srcRect/>
          <a:stretch/>
        </p:blipFill>
        <p:spPr>
          <a:xfrm>
            <a:off x="8114162" y="93893"/>
            <a:ext cx="824970" cy="795591"/>
          </a:xfrm>
          <a:prstGeom prst="rect">
            <a:avLst/>
          </a:prstGeom>
          <a:noFill/>
          <a:ln>
            <a:noFill/>
          </a:ln>
        </p:spPr>
      </p:pic>
      <p:sp>
        <p:nvSpPr>
          <p:cNvPr id="87" name="Google Shape;87;p17"/>
          <p:cNvSpPr txBox="1"/>
          <p:nvPr/>
        </p:nvSpPr>
        <p:spPr>
          <a:xfrm>
            <a:off x="-140784" y="160785"/>
            <a:ext cx="9105900" cy="553968"/>
          </a:xfrm>
          <a:prstGeom prst="rect">
            <a:avLst/>
          </a:prstGeom>
          <a:noFill/>
          <a:ln>
            <a:noFill/>
          </a:ln>
        </p:spPr>
        <p:txBody>
          <a:bodyPr spcFirstLastPara="1" wrap="square" lIns="91425" tIns="91425" rIns="91425" bIns="91425" anchor="t" anchorCtr="0">
            <a:spAutoFit/>
          </a:bodyPr>
          <a:lstStyle/>
          <a:p>
            <a:pPr algn="ctr">
              <a:buSzPts val="2400"/>
            </a:pPr>
            <a:r>
              <a:rPr lang="en" sz="2400" b="1" dirty="0">
                <a:solidFill>
                  <a:schemeClr val="tx1"/>
                </a:solidFill>
              </a:rPr>
              <a:t>MODULES</a:t>
            </a:r>
          </a:p>
        </p:txBody>
      </p:sp>
      <p:sp>
        <p:nvSpPr>
          <p:cNvPr id="6" name="TextBox 5">
            <a:extLst>
              <a:ext uri="{FF2B5EF4-FFF2-40B4-BE49-F238E27FC236}">
                <a16:creationId xmlns:a16="http://schemas.microsoft.com/office/drawing/2014/main" id="{17886D1B-93BD-45F5-0013-7785D8E17E4A}"/>
              </a:ext>
            </a:extLst>
          </p:cNvPr>
          <p:cNvSpPr txBox="1"/>
          <p:nvPr/>
        </p:nvSpPr>
        <p:spPr>
          <a:xfrm>
            <a:off x="1449658" y="1137424"/>
            <a:ext cx="5798634" cy="2554545"/>
          </a:xfrm>
          <a:prstGeom prst="rect">
            <a:avLst/>
          </a:prstGeom>
          <a:noFill/>
        </p:spPr>
        <p:txBody>
          <a:bodyPr wrap="square" rtlCol="0">
            <a:spAutoFit/>
          </a:bodyPr>
          <a:lstStyle/>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Login and Role Selection Module</a:t>
            </a:r>
            <a:endParaRPr lang="en-IN" sz="1600" dirty="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Menu Management Module (Admin Side)</a:t>
            </a:r>
          </a:p>
          <a:p>
            <a:pPr marL="342900" indent="-342900">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Customer Ordering Module</a:t>
            </a:r>
          </a:p>
          <a:p>
            <a:pPr marL="342900" indent="-342900">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Cart and Billing Module</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Order Management Module (Admin Side)</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Configuration and Data Storage Module</a:t>
            </a:r>
            <a:endParaRPr lang="en-IN" sz="1600" dirty="0">
              <a:latin typeface="Times New Roman" panose="02020603050405020304" pitchFamily="18" charset="0"/>
              <a:cs typeface="Times New Roman" panose="02020603050405020304" pitchFamily="18" charset="0"/>
            </a:endParaRPr>
          </a:p>
          <a:p>
            <a:pPr marL="342900" indent="-342900">
              <a:buAutoNum type="arabicPeriod"/>
            </a:pP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25A8A160-1F1A-A4DE-77A7-331984539F1B}"/>
            </a:ext>
          </a:extLst>
        </p:cNvPr>
        <p:cNvGrpSpPr/>
        <p:nvPr/>
      </p:nvGrpSpPr>
      <p:grpSpPr>
        <a:xfrm>
          <a:off x="0" y="0"/>
          <a:ext cx="0" cy="0"/>
          <a:chOff x="0" y="0"/>
          <a:chExt cx="0" cy="0"/>
        </a:xfrm>
      </p:grpSpPr>
      <p:pic>
        <p:nvPicPr>
          <p:cNvPr id="85" name="Google Shape;85;p17">
            <a:extLst>
              <a:ext uri="{FF2B5EF4-FFF2-40B4-BE49-F238E27FC236}">
                <a16:creationId xmlns:a16="http://schemas.microsoft.com/office/drawing/2014/main" id="{C939BE48-136F-73C4-7376-DE736B301B43}"/>
              </a:ext>
            </a:extLst>
          </p:cNvPr>
          <p:cNvPicPr preferRelativeResize="0"/>
          <p:nvPr/>
        </p:nvPicPr>
        <p:blipFill rotWithShape="1">
          <a:blip r:embed="rId3">
            <a:alphaModFix/>
          </a:blip>
          <a:srcRect/>
          <a:stretch/>
        </p:blipFill>
        <p:spPr>
          <a:xfrm>
            <a:off x="204868" y="110492"/>
            <a:ext cx="762558" cy="762395"/>
          </a:xfrm>
          <a:prstGeom prst="rect">
            <a:avLst/>
          </a:prstGeom>
          <a:noFill/>
          <a:ln>
            <a:noFill/>
          </a:ln>
        </p:spPr>
      </p:pic>
      <p:pic>
        <p:nvPicPr>
          <p:cNvPr id="86" name="Google Shape;86;p17">
            <a:extLst>
              <a:ext uri="{FF2B5EF4-FFF2-40B4-BE49-F238E27FC236}">
                <a16:creationId xmlns:a16="http://schemas.microsoft.com/office/drawing/2014/main" id="{5137EE89-0216-B122-4C0B-922AC3E421E0}"/>
              </a:ext>
            </a:extLst>
          </p:cNvPr>
          <p:cNvPicPr preferRelativeResize="0"/>
          <p:nvPr/>
        </p:nvPicPr>
        <p:blipFill rotWithShape="1">
          <a:blip r:embed="rId4">
            <a:alphaModFix/>
          </a:blip>
          <a:srcRect/>
          <a:stretch/>
        </p:blipFill>
        <p:spPr>
          <a:xfrm>
            <a:off x="8114162" y="93893"/>
            <a:ext cx="824970" cy="795591"/>
          </a:xfrm>
          <a:prstGeom prst="rect">
            <a:avLst/>
          </a:prstGeom>
          <a:noFill/>
          <a:ln>
            <a:noFill/>
          </a:ln>
        </p:spPr>
      </p:pic>
      <p:sp>
        <p:nvSpPr>
          <p:cNvPr id="87" name="Google Shape;87;p17">
            <a:extLst>
              <a:ext uri="{FF2B5EF4-FFF2-40B4-BE49-F238E27FC236}">
                <a16:creationId xmlns:a16="http://schemas.microsoft.com/office/drawing/2014/main" id="{3BBC39F5-493D-EDE2-39CB-5271F63EA5EA}"/>
              </a:ext>
            </a:extLst>
          </p:cNvPr>
          <p:cNvSpPr txBox="1"/>
          <p:nvPr/>
        </p:nvSpPr>
        <p:spPr>
          <a:xfrm>
            <a:off x="0" y="214706"/>
            <a:ext cx="9105900" cy="553968"/>
          </a:xfrm>
          <a:prstGeom prst="rect">
            <a:avLst/>
          </a:prstGeom>
          <a:noFill/>
          <a:ln>
            <a:noFill/>
          </a:ln>
        </p:spPr>
        <p:txBody>
          <a:bodyPr spcFirstLastPara="1" wrap="square" lIns="91425" tIns="91425" rIns="91425" bIns="91425" anchor="t" anchorCtr="0">
            <a:spAutoFit/>
          </a:bodyPr>
          <a:lstStyle/>
          <a:p>
            <a:pPr algn="ctr">
              <a:buSzPts val="2400"/>
            </a:pPr>
            <a:r>
              <a:rPr lang="en" sz="2400" b="1" dirty="0">
                <a:solidFill>
                  <a:schemeClr val="tx1"/>
                </a:solidFill>
              </a:rPr>
              <a:t>MODULE DESCRIPTION</a:t>
            </a:r>
          </a:p>
        </p:txBody>
      </p:sp>
      <p:sp>
        <p:nvSpPr>
          <p:cNvPr id="5" name="Rectangle 3">
            <a:extLst>
              <a:ext uri="{FF2B5EF4-FFF2-40B4-BE49-F238E27FC236}">
                <a16:creationId xmlns:a16="http://schemas.microsoft.com/office/drawing/2014/main" id="{E4529AF5-44F3-9AA0-376E-D5A0264BCAA2}"/>
              </a:ext>
            </a:extLst>
          </p:cNvPr>
          <p:cNvSpPr>
            <a:spLocks noChangeArrowheads="1"/>
          </p:cNvSpPr>
          <p:nvPr/>
        </p:nvSpPr>
        <p:spPr bwMode="auto">
          <a:xfrm>
            <a:off x="1055152" y="1087004"/>
            <a:ext cx="7033696"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GB" b="1" dirty="0">
                <a:latin typeface="Times New Roman" panose="02020603050405020304" pitchFamily="18" charset="0"/>
                <a:cs typeface="Times New Roman" panose="02020603050405020304" pitchFamily="18" charset="0"/>
              </a:rPr>
              <a:t>1. Login and Role Selection</a:t>
            </a:r>
            <a:r>
              <a:rPr lang="en-GB" dirty="0">
                <a:latin typeface="Times New Roman" panose="02020603050405020304" pitchFamily="18" charset="0"/>
                <a:cs typeface="Times New Roman" panose="02020603050405020304" pitchFamily="18" charset="0"/>
              </a:rPr>
              <a:t> </a:t>
            </a:r>
            <a:r>
              <a:rPr lang="en-GB" b="1" dirty="0">
                <a:latin typeface="Times New Roman" panose="02020603050405020304" pitchFamily="18" charset="0"/>
                <a:cs typeface="Times New Roman" panose="02020603050405020304" pitchFamily="18" charset="0"/>
              </a:rPr>
              <a:t>Module: </a:t>
            </a:r>
            <a:r>
              <a:rPr lang="en-GB" dirty="0">
                <a:latin typeface="Times New Roman" panose="02020603050405020304" pitchFamily="18" charset="0"/>
                <a:cs typeface="Times New Roman" panose="02020603050405020304" pitchFamily="18" charset="0"/>
              </a:rPr>
              <a:t>This module helps to identify whether the user is a Customer or an </a:t>
            </a:r>
            <a:r>
              <a:rPr lang="en-GB" dirty="0" err="1">
                <a:latin typeface="Times New Roman" panose="02020603050405020304" pitchFamily="18" charset="0"/>
                <a:cs typeface="Times New Roman" panose="02020603050405020304" pitchFamily="18" charset="0"/>
              </a:rPr>
              <a:t>Admin.Customers</a:t>
            </a:r>
            <a:r>
              <a:rPr lang="en-GB" dirty="0">
                <a:latin typeface="Times New Roman" panose="02020603050405020304" pitchFamily="18" charset="0"/>
                <a:cs typeface="Times New Roman" panose="02020603050405020304" pitchFamily="18" charset="0"/>
              </a:rPr>
              <a:t> can directly go to the order page, while the admin needs to enter a password to manage menu and </a:t>
            </a:r>
            <a:r>
              <a:rPr lang="en-GB" dirty="0" err="1">
                <a:latin typeface="Times New Roman" panose="02020603050405020304" pitchFamily="18" charset="0"/>
                <a:cs typeface="Times New Roman" panose="02020603050405020304" pitchFamily="18" charset="0"/>
              </a:rPr>
              <a:t>orders.It</a:t>
            </a:r>
            <a:r>
              <a:rPr lang="en-GB" dirty="0">
                <a:latin typeface="Times New Roman" panose="02020603050405020304" pitchFamily="18" charset="0"/>
                <a:cs typeface="Times New Roman" panose="02020603050405020304" pitchFamily="18" charset="0"/>
              </a:rPr>
              <a:t> controls who can access which part of the system.</a:t>
            </a:r>
          </a:p>
          <a:p>
            <a:pPr algn="just">
              <a:lnSpc>
                <a:spcPct val="150000"/>
              </a:lnSpc>
            </a:pPr>
            <a:r>
              <a:rPr lang="en-GB" b="1" dirty="0">
                <a:latin typeface="Times New Roman" panose="02020603050405020304" pitchFamily="18" charset="0"/>
                <a:cs typeface="Times New Roman" panose="02020603050405020304" pitchFamily="18" charset="0"/>
              </a:rPr>
              <a:t>2. Menu Management Module (Admin Side): </a:t>
            </a:r>
            <a:r>
              <a:rPr lang="en-GB" dirty="0">
                <a:latin typeface="Times New Roman" panose="02020603050405020304" pitchFamily="18" charset="0"/>
                <a:cs typeface="Times New Roman" panose="02020603050405020304" pitchFamily="18" charset="0"/>
              </a:rPr>
              <a:t>In this module, the Admin can add, edit, or delete food items in the </a:t>
            </a:r>
            <a:r>
              <a:rPr lang="en-GB" dirty="0" err="1">
                <a:latin typeface="Times New Roman" panose="02020603050405020304" pitchFamily="18" charset="0"/>
                <a:cs typeface="Times New Roman" panose="02020603050405020304" pitchFamily="18" charset="0"/>
              </a:rPr>
              <a:t>menu.Each</a:t>
            </a:r>
            <a:r>
              <a:rPr lang="en-GB" dirty="0">
                <a:latin typeface="Times New Roman" panose="02020603050405020304" pitchFamily="18" charset="0"/>
                <a:cs typeface="Times New Roman" panose="02020603050405020304" pitchFamily="18" charset="0"/>
              </a:rPr>
              <a:t> food item has details like name, price, meal type (Breakfast/Lunch/Dinner), and category (Veg/Non-Veg).This helps the admin keep the menu updated every day.</a:t>
            </a:r>
          </a:p>
          <a:p>
            <a:pPr algn="just">
              <a:lnSpc>
                <a:spcPct val="150000"/>
              </a:lnSpc>
            </a:pPr>
            <a:r>
              <a:rPr lang="en-GB" b="1" dirty="0">
                <a:latin typeface="Times New Roman" panose="02020603050405020304" pitchFamily="18" charset="0"/>
                <a:cs typeface="Times New Roman" panose="02020603050405020304" pitchFamily="18" charset="0"/>
              </a:rPr>
              <a:t>3.Customer Ordering Module: </a:t>
            </a:r>
            <a:r>
              <a:rPr lang="en-GB" dirty="0">
                <a:latin typeface="Times New Roman" panose="02020603050405020304" pitchFamily="18" charset="0"/>
                <a:cs typeface="Times New Roman" panose="02020603050405020304" pitchFamily="18" charset="0"/>
              </a:rPr>
              <a:t>This module allows Customers to see the available menu, select items, and add them to the </a:t>
            </a:r>
            <a:r>
              <a:rPr lang="en-GB" dirty="0" err="1">
                <a:latin typeface="Times New Roman" panose="02020603050405020304" pitchFamily="18" charset="0"/>
                <a:cs typeface="Times New Roman" panose="02020603050405020304" pitchFamily="18" charset="0"/>
              </a:rPr>
              <a:t>cart.After</a:t>
            </a:r>
            <a:r>
              <a:rPr lang="en-GB" dirty="0">
                <a:latin typeface="Times New Roman" panose="02020603050405020304" pitchFamily="18" charset="0"/>
                <a:cs typeface="Times New Roman" panose="02020603050405020304" pitchFamily="18" charset="0"/>
              </a:rPr>
              <a:t> selecting, the customer can choose the payment method and confirm the </a:t>
            </a:r>
            <a:r>
              <a:rPr lang="en-GB" dirty="0" err="1">
                <a:latin typeface="Times New Roman" panose="02020603050405020304" pitchFamily="18" charset="0"/>
                <a:cs typeface="Times New Roman" panose="02020603050405020304" pitchFamily="18" charset="0"/>
              </a:rPr>
              <a:t>order.It</a:t>
            </a:r>
            <a:r>
              <a:rPr lang="en-GB" dirty="0">
                <a:latin typeface="Times New Roman" panose="02020603050405020304" pitchFamily="18" charset="0"/>
                <a:cs typeface="Times New Roman" panose="02020603050405020304" pitchFamily="18" charset="0"/>
              </a:rPr>
              <a:t> makes the food ordering process simple and fast.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5426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85;p17">
            <a:extLst>
              <a:ext uri="{FF2B5EF4-FFF2-40B4-BE49-F238E27FC236}">
                <a16:creationId xmlns:a16="http://schemas.microsoft.com/office/drawing/2014/main" id="{26F30FEA-EF2C-0067-1685-E532F9324171}"/>
              </a:ext>
            </a:extLst>
          </p:cNvPr>
          <p:cNvPicPr preferRelativeResize="0"/>
          <p:nvPr/>
        </p:nvPicPr>
        <p:blipFill rotWithShape="1">
          <a:blip r:embed="rId2">
            <a:alphaModFix/>
          </a:blip>
          <a:srcRect/>
          <a:stretch/>
        </p:blipFill>
        <p:spPr>
          <a:xfrm>
            <a:off x="204868" y="110492"/>
            <a:ext cx="762558" cy="762395"/>
          </a:xfrm>
          <a:prstGeom prst="rect">
            <a:avLst/>
          </a:prstGeom>
          <a:noFill/>
          <a:ln>
            <a:noFill/>
          </a:ln>
        </p:spPr>
      </p:pic>
      <p:pic>
        <p:nvPicPr>
          <p:cNvPr id="5" name="Google Shape;86;p17">
            <a:extLst>
              <a:ext uri="{FF2B5EF4-FFF2-40B4-BE49-F238E27FC236}">
                <a16:creationId xmlns:a16="http://schemas.microsoft.com/office/drawing/2014/main" id="{98E03027-9311-3C53-1723-33BE11898C27}"/>
              </a:ext>
            </a:extLst>
          </p:cNvPr>
          <p:cNvPicPr preferRelativeResize="0"/>
          <p:nvPr/>
        </p:nvPicPr>
        <p:blipFill rotWithShape="1">
          <a:blip r:embed="rId3">
            <a:alphaModFix/>
          </a:blip>
          <a:srcRect/>
          <a:stretch/>
        </p:blipFill>
        <p:spPr>
          <a:xfrm>
            <a:off x="8114162" y="93893"/>
            <a:ext cx="824970" cy="795591"/>
          </a:xfrm>
          <a:prstGeom prst="rect">
            <a:avLst/>
          </a:prstGeom>
          <a:noFill/>
          <a:ln>
            <a:noFill/>
          </a:ln>
        </p:spPr>
      </p:pic>
      <p:sp>
        <p:nvSpPr>
          <p:cNvPr id="6" name="Google Shape;87;p17">
            <a:extLst>
              <a:ext uri="{FF2B5EF4-FFF2-40B4-BE49-F238E27FC236}">
                <a16:creationId xmlns:a16="http://schemas.microsoft.com/office/drawing/2014/main" id="{C9531AD1-3E3C-4CED-649C-94EC9A96E604}"/>
              </a:ext>
            </a:extLst>
          </p:cNvPr>
          <p:cNvSpPr txBox="1"/>
          <p:nvPr/>
        </p:nvSpPr>
        <p:spPr>
          <a:xfrm>
            <a:off x="0" y="214706"/>
            <a:ext cx="9105900" cy="553968"/>
          </a:xfrm>
          <a:prstGeom prst="rect">
            <a:avLst/>
          </a:prstGeom>
          <a:noFill/>
          <a:ln>
            <a:noFill/>
          </a:ln>
        </p:spPr>
        <p:txBody>
          <a:bodyPr spcFirstLastPara="1" wrap="square" lIns="91425" tIns="91425" rIns="91425" bIns="91425" anchor="t" anchorCtr="0">
            <a:spAutoFit/>
          </a:bodyPr>
          <a:lstStyle/>
          <a:p>
            <a:pPr algn="ctr">
              <a:buSzPts val="2400"/>
            </a:pPr>
            <a:r>
              <a:rPr lang="en" sz="2400" b="1" dirty="0">
                <a:solidFill>
                  <a:schemeClr val="tx1"/>
                </a:solidFill>
              </a:rPr>
              <a:t>MODULE DESCRIPTION</a:t>
            </a:r>
          </a:p>
        </p:txBody>
      </p:sp>
      <p:sp>
        <p:nvSpPr>
          <p:cNvPr id="7" name="Rectangle 3">
            <a:extLst>
              <a:ext uri="{FF2B5EF4-FFF2-40B4-BE49-F238E27FC236}">
                <a16:creationId xmlns:a16="http://schemas.microsoft.com/office/drawing/2014/main" id="{79F8347F-8D69-2EB3-3257-EEC80C442812}"/>
              </a:ext>
            </a:extLst>
          </p:cNvPr>
          <p:cNvSpPr>
            <a:spLocks noChangeArrowheads="1"/>
          </p:cNvSpPr>
          <p:nvPr/>
        </p:nvSpPr>
        <p:spPr bwMode="auto">
          <a:xfrm>
            <a:off x="1055152" y="1254052"/>
            <a:ext cx="7033696" cy="29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GB" b="1" dirty="0">
                <a:latin typeface="Times New Roman" panose="02020603050405020304" pitchFamily="18" charset="0"/>
                <a:cs typeface="Times New Roman" panose="02020603050405020304" pitchFamily="18" charset="0"/>
              </a:rPr>
              <a:t>4. Cart and Billing Module: </a:t>
            </a:r>
            <a:r>
              <a:rPr lang="en-GB" dirty="0">
                <a:latin typeface="Times New Roman" panose="02020603050405020304" pitchFamily="18" charset="0"/>
                <a:cs typeface="Times New Roman" panose="02020603050405020304" pitchFamily="18" charset="0"/>
              </a:rPr>
              <a:t>This module shows the list of selected food items, quantity, and total </a:t>
            </a:r>
            <a:r>
              <a:rPr lang="en-GB" dirty="0" err="1">
                <a:latin typeface="Times New Roman" panose="02020603050405020304" pitchFamily="18" charset="0"/>
                <a:cs typeface="Times New Roman" panose="02020603050405020304" pitchFamily="18" charset="0"/>
              </a:rPr>
              <a:t>price.It</a:t>
            </a:r>
            <a:r>
              <a:rPr lang="en-GB" dirty="0">
                <a:latin typeface="Times New Roman" panose="02020603050405020304" pitchFamily="18" charset="0"/>
                <a:cs typeface="Times New Roman" panose="02020603050405020304" pitchFamily="18" charset="0"/>
              </a:rPr>
              <a:t> also displays the estimated preparation time before confirming the </a:t>
            </a:r>
            <a:r>
              <a:rPr lang="en-GB" dirty="0" err="1">
                <a:latin typeface="Times New Roman" panose="02020603050405020304" pitchFamily="18" charset="0"/>
                <a:cs typeface="Times New Roman" panose="02020603050405020304" pitchFamily="18" charset="0"/>
              </a:rPr>
              <a:t>order.It</a:t>
            </a:r>
            <a:r>
              <a:rPr lang="en-GB" dirty="0">
                <a:latin typeface="Times New Roman" panose="02020603050405020304" pitchFamily="18" charset="0"/>
                <a:cs typeface="Times New Roman" panose="02020603050405020304" pitchFamily="18" charset="0"/>
              </a:rPr>
              <a:t> helps customers review their order before payment.</a:t>
            </a:r>
          </a:p>
          <a:p>
            <a:pPr algn="just">
              <a:lnSpc>
                <a:spcPct val="150000"/>
              </a:lnSpc>
            </a:pPr>
            <a:r>
              <a:rPr lang="en-GB" dirty="0">
                <a:latin typeface="Times New Roman" panose="02020603050405020304" pitchFamily="18" charset="0"/>
                <a:cs typeface="Times New Roman" panose="02020603050405020304" pitchFamily="18" charset="0"/>
              </a:rPr>
              <a:t> </a:t>
            </a:r>
            <a:r>
              <a:rPr lang="en-GB" b="1" dirty="0">
                <a:latin typeface="Times New Roman" panose="02020603050405020304" pitchFamily="18" charset="0"/>
                <a:cs typeface="Times New Roman" panose="02020603050405020304" pitchFamily="18" charset="0"/>
              </a:rPr>
              <a:t>5. Order Management Module (Admin Side): </a:t>
            </a:r>
            <a:r>
              <a:rPr lang="en-GB" dirty="0">
                <a:latin typeface="Times New Roman" panose="02020603050405020304" pitchFamily="18" charset="0"/>
                <a:cs typeface="Times New Roman" panose="02020603050405020304" pitchFamily="18" charset="0"/>
              </a:rPr>
              <a:t>This module is used by the Admin to see all customer </a:t>
            </a:r>
            <a:r>
              <a:rPr lang="en-GB" dirty="0" err="1">
                <a:latin typeface="Times New Roman" panose="02020603050405020304" pitchFamily="18" charset="0"/>
                <a:cs typeface="Times New Roman" panose="02020603050405020304" pitchFamily="18" charset="0"/>
              </a:rPr>
              <a:t>orders.The</a:t>
            </a:r>
            <a:r>
              <a:rPr lang="en-GB" dirty="0">
                <a:latin typeface="Times New Roman" panose="02020603050405020304" pitchFamily="18" charset="0"/>
                <a:cs typeface="Times New Roman" panose="02020603050405020304" pitchFamily="18" charset="0"/>
              </a:rPr>
              <a:t> admin can mark the orders as Ready or Delete them after </a:t>
            </a:r>
            <a:r>
              <a:rPr lang="en-GB" dirty="0" err="1">
                <a:latin typeface="Times New Roman" panose="02020603050405020304" pitchFamily="18" charset="0"/>
                <a:cs typeface="Times New Roman" panose="02020603050405020304" pitchFamily="18" charset="0"/>
              </a:rPr>
              <a:t>completion.It</a:t>
            </a:r>
            <a:r>
              <a:rPr lang="en-GB" dirty="0">
                <a:latin typeface="Times New Roman" panose="02020603050405020304" pitchFamily="18" charset="0"/>
                <a:cs typeface="Times New Roman" panose="02020603050405020304" pitchFamily="18" charset="0"/>
              </a:rPr>
              <a:t> helps the canteen staff to manage and deliver orders properly.</a:t>
            </a:r>
          </a:p>
          <a:p>
            <a:pPr algn="just">
              <a:lnSpc>
                <a:spcPct val="150000"/>
              </a:lnSpc>
            </a:pPr>
            <a:r>
              <a:rPr lang="en-GB" b="1" dirty="0">
                <a:latin typeface="Times New Roman" panose="02020603050405020304" pitchFamily="18" charset="0"/>
                <a:cs typeface="Times New Roman" panose="02020603050405020304" pitchFamily="18" charset="0"/>
              </a:rPr>
              <a:t>6. Configuration and Data Storage Module: </a:t>
            </a:r>
            <a:r>
              <a:rPr lang="en-GB" dirty="0">
                <a:latin typeface="Times New Roman" panose="02020603050405020304" pitchFamily="18" charset="0"/>
                <a:cs typeface="Times New Roman" panose="02020603050405020304" pitchFamily="18" charset="0"/>
              </a:rPr>
              <a:t>This module stores all data like menu, orders, and admin password in the browser using local </a:t>
            </a:r>
            <a:r>
              <a:rPr lang="en-GB" dirty="0" err="1">
                <a:latin typeface="Times New Roman" panose="02020603050405020304" pitchFamily="18" charset="0"/>
                <a:cs typeface="Times New Roman" panose="02020603050405020304" pitchFamily="18" charset="0"/>
              </a:rPr>
              <a:t>storage.It</a:t>
            </a:r>
            <a:r>
              <a:rPr lang="en-GB" dirty="0">
                <a:latin typeface="Times New Roman" panose="02020603050405020304" pitchFamily="18" charset="0"/>
                <a:cs typeface="Times New Roman" panose="02020603050405020304" pitchFamily="18" charset="0"/>
              </a:rPr>
              <a:t> also lets the admin set canteen name, opening, and closing </a:t>
            </a:r>
            <a:r>
              <a:rPr lang="en-GB" dirty="0" err="1">
                <a:latin typeface="Times New Roman" panose="02020603050405020304" pitchFamily="18" charset="0"/>
                <a:cs typeface="Times New Roman" panose="02020603050405020304" pitchFamily="18" charset="0"/>
              </a:rPr>
              <a:t>time.This</a:t>
            </a:r>
            <a:r>
              <a:rPr lang="en-GB" dirty="0">
                <a:latin typeface="Times New Roman" panose="02020603050405020304" pitchFamily="18" charset="0"/>
                <a:cs typeface="Times New Roman" panose="02020603050405020304" pitchFamily="18" charset="0"/>
              </a:rPr>
              <a:t> keeps the system data safe even after closing the browser.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3452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88D1B44D-53D3-68B9-385F-71C27084442A}"/>
            </a:ext>
          </a:extLst>
        </p:cNvPr>
        <p:cNvGrpSpPr/>
        <p:nvPr/>
      </p:nvGrpSpPr>
      <p:grpSpPr>
        <a:xfrm>
          <a:off x="0" y="0"/>
          <a:ext cx="0" cy="0"/>
          <a:chOff x="0" y="0"/>
          <a:chExt cx="0" cy="0"/>
        </a:xfrm>
      </p:grpSpPr>
      <p:sp>
        <p:nvSpPr>
          <p:cNvPr id="137" name="Google Shape;137;p1">
            <a:extLst>
              <a:ext uri="{FF2B5EF4-FFF2-40B4-BE49-F238E27FC236}">
                <a16:creationId xmlns:a16="http://schemas.microsoft.com/office/drawing/2014/main" id="{8953F349-C164-2E6F-C9A4-2510EEB80641}"/>
              </a:ext>
            </a:extLst>
          </p:cNvPr>
          <p:cNvSpPr txBox="1">
            <a:spLocks noGrp="1"/>
          </p:cNvSpPr>
          <p:nvPr>
            <p:ph type="title"/>
          </p:nvPr>
        </p:nvSpPr>
        <p:spPr>
          <a:xfrm>
            <a:off x="1004678" y="238294"/>
            <a:ext cx="7039535" cy="67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US" sz="2400" b="1" dirty="0"/>
              <a:t>USE CASE </a:t>
            </a:r>
            <a:r>
              <a:rPr lang="en-US" sz="2400" b="1" dirty="0">
                <a:solidFill>
                  <a:schemeClr val="dk1"/>
                </a:solidFill>
              </a:rPr>
              <a:t>DIAGRAM</a:t>
            </a:r>
            <a:endParaRPr b="1" dirty="0">
              <a:solidFill>
                <a:schemeClr val="dk1"/>
              </a:solidFill>
            </a:endParaRPr>
          </a:p>
        </p:txBody>
      </p:sp>
      <p:pic>
        <p:nvPicPr>
          <p:cNvPr id="138" name="Google Shape;138;p1">
            <a:extLst>
              <a:ext uri="{FF2B5EF4-FFF2-40B4-BE49-F238E27FC236}">
                <a16:creationId xmlns:a16="http://schemas.microsoft.com/office/drawing/2014/main" id="{96AAA0AD-9FF9-92FE-B22B-7DF6FE26E48A}"/>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139" name="Google Shape;139;p1">
            <a:extLst>
              <a:ext uri="{FF2B5EF4-FFF2-40B4-BE49-F238E27FC236}">
                <a16:creationId xmlns:a16="http://schemas.microsoft.com/office/drawing/2014/main" id="{BF9C62D8-B78D-B6BD-86BC-058BB4A782CE}"/>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2" name="Image 4" descr="PlantUML diagram">
            <a:extLst>
              <a:ext uri="{FF2B5EF4-FFF2-40B4-BE49-F238E27FC236}">
                <a16:creationId xmlns:a16="http://schemas.microsoft.com/office/drawing/2014/main" id="{2A23DBBA-10F7-2C59-F89B-6EC191041B50}"/>
              </a:ext>
            </a:extLst>
          </p:cNvPr>
          <p:cNvPicPr>
            <a:picLocks/>
          </p:cNvPicPr>
          <p:nvPr/>
        </p:nvPicPr>
        <p:blipFill>
          <a:blip r:embed="rId4" cstate="print"/>
          <a:stretch>
            <a:fillRect/>
          </a:stretch>
        </p:blipFill>
        <p:spPr>
          <a:xfrm>
            <a:off x="2394972" y="910894"/>
            <a:ext cx="4258945" cy="3886835"/>
          </a:xfrm>
          <a:prstGeom prst="rect">
            <a:avLst/>
          </a:prstGeom>
        </p:spPr>
      </p:pic>
    </p:spTree>
    <p:extLst>
      <p:ext uri="{BB962C8B-B14F-4D97-AF65-F5344CB8AC3E}">
        <p14:creationId xmlns:p14="http://schemas.microsoft.com/office/powerpoint/2010/main" val="66646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38F3CDBE-4AE6-2DA4-206D-1DEE835234DF}"/>
            </a:ext>
          </a:extLst>
        </p:cNvPr>
        <p:cNvGrpSpPr/>
        <p:nvPr/>
      </p:nvGrpSpPr>
      <p:grpSpPr>
        <a:xfrm>
          <a:off x="0" y="0"/>
          <a:ext cx="0" cy="0"/>
          <a:chOff x="0" y="0"/>
          <a:chExt cx="0" cy="0"/>
        </a:xfrm>
      </p:grpSpPr>
      <p:sp>
        <p:nvSpPr>
          <p:cNvPr id="137" name="Google Shape;137;p1">
            <a:extLst>
              <a:ext uri="{FF2B5EF4-FFF2-40B4-BE49-F238E27FC236}">
                <a16:creationId xmlns:a16="http://schemas.microsoft.com/office/drawing/2014/main" id="{DAB25840-62F2-2CE4-8C04-4A62EC34B9B9}"/>
              </a:ext>
            </a:extLst>
          </p:cNvPr>
          <p:cNvSpPr txBox="1">
            <a:spLocks noGrp="1"/>
          </p:cNvSpPr>
          <p:nvPr>
            <p:ph type="title"/>
          </p:nvPr>
        </p:nvSpPr>
        <p:spPr>
          <a:xfrm>
            <a:off x="1004678" y="238294"/>
            <a:ext cx="7039535" cy="67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US" sz="2400" b="1" dirty="0">
                <a:solidFill>
                  <a:schemeClr val="dk1"/>
                </a:solidFill>
              </a:rPr>
              <a:t>ACTIVITY DIAGRAM</a:t>
            </a:r>
            <a:endParaRPr b="1" dirty="0">
              <a:solidFill>
                <a:schemeClr val="dk1"/>
              </a:solidFill>
            </a:endParaRPr>
          </a:p>
        </p:txBody>
      </p:sp>
      <p:pic>
        <p:nvPicPr>
          <p:cNvPr id="138" name="Google Shape;138;p1">
            <a:extLst>
              <a:ext uri="{FF2B5EF4-FFF2-40B4-BE49-F238E27FC236}">
                <a16:creationId xmlns:a16="http://schemas.microsoft.com/office/drawing/2014/main" id="{83FCD91F-E204-87D5-9150-73FB0FFBD550}"/>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139" name="Google Shape;139;p1">
            <a:extLst>
              <a:ext uri="{FF2B5EF4-FFF2-40B4-BE49-F238E27FC236}">
                <a16:creationId xmlns:a16="http://schemas.microsoft.com/office/drawing/2014/main" id="{C5CEAD16-578F-CA9A-F166-823589E5FF0B}"/>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2" name="Image 6" descr="PlantUML diagram">
            <a:extLst>
              <a:ext uri="{FF2B5EF4-FFF2-40B4-BE49-F238E27FC236}">
                <a16:creationId xmlns:a16="http://schemas.microsoft.com/office/drawing/2014/main" id="{603593B6-1D67-DB0C-838B-C6CFF7D7B411}"/>
              </a:ext>
            </a:extLst>
          </p:cNvPr>
          <p:cNvPicPr>
            <a:picLocks/>
          </p:cNvPicPr>
          <p:nvPr/>
        </p:nvPicPr>
        <p:blipFill>
          <a:blip r:embed="rId4" cstate="print"/>
          <a:stretch>
            <a:fillRect/>
          </a:stretch>
        </p:blipFill>
        <p:spPr>
          <a:xfrm>
            <a:off x="1638284" y="877760"/>
            <a:ext cx="5614670" cy="4171080"/>
          </a:xfrm>
          <a:prstGeom prst="rect">
            <a:avLst/>
          </a:prstGeom>
        </p:spPr>
      </p:pic>
    </p:spTree>
    <p:extLst>
      <p:ext uri="{BB962C8B-B14F-4D97-AF65-F5344CB8AC3E}">
        <p14:creationId xmlns:p14="http://schemas.microsoft.com/office/powerpoint/2010/main" val="2129017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98215152-9E64-A485-6BB0-0657C1E2721E}"/>
            </a:ext>
          </a:extLst>
        </p:cNvPr>
        <p:cNvGrpSpPr/>
        <p:nvPr/>
      </p:nvGrpSpPr>
      <p:grpSpPr>
        <a:xfrm>
          <a:off x="0" y="0"/>
          <a:ext cx="0" cy="0"/>
          <a:chOff x="0" y="0"/>
          <a:chExt cx="0" cy="0"/>
        </a:xfrm>
      </p:grpSpPr>
      <p:sp>
        <p:nvSpPr>
          <p:cNvPr id="137" name="Google Shape;137;p1">
            <a:extLst>
              <a:ext uri="{FF2B5EF4-FFF2-40B4-BE49-F238E27FC236}">
                <a16:creationId xmlns:a16="http://schemas.microsoft.com/office/drawing/2014/main" id="{8EC85C5A-37D2-B6CF-D3DC-7A1C8A44FFC3}"/>
              </a:ext>
            </a:extLst>
          </p:cNvPr>
          <p:cNvSpPr txBox="1">
            <a:spLocks noGrp="1"/>
          </p:cNvSpPr>
          <p:nvPr>
            <p:ph type="title"/>
          </p:nvPr>
        </p:nvSpPr>
        <p:spPr>
          <a:xfrm>
            <a:off x="1004678" y="238294"/>
            <a:ext cx="7039535" cy="67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US" sz="2400" b="1" dirty="0"/>
              <a:t>CLASS </a:t>
            </a:r>
            <a:r>
              <a:rPr lang="en-US" sz="2400" b="1" dirty="0">
                <a:solidFill>
                  <a:schemeClr val="dk1"/>
                </a:solidFill>
              </a:rPr>
              <a:t>DIAGRAM</a:t>
            </a:r>
            <a:endParaRPr b="1" dirty="0">
              <a:solidFill>
                <a:schemeClr val="dk1"/>
              </a:solidFill>
            </a:endParaRPr>
          </a:p>
        </p:txBody>
      </p:sp>
      <p:pic>
        <p:nvPicPr>
          <p:cNvPr id="138" name="Google Shape;138;p1">
            <a:extLst>
              <a:ext uri="{FF2B5EF4-FFF2-40B4-BE49-F238E27FC236}">
                <a16:creationId xmlns:a16="http://schemas.microsoft.com/office/drawing/2014/main" id="{7A4A2546-B31C-67BA-3F47-0C11AA98A779}"/>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139" name="Google Shape;139;p1">
            <a:extLst>
              <a:ext uri="{FF2B5EF4-FFF2-40B4-BE49-F238E27FC236}">
                <a16:creationId xmlns:a16="http://schemas.microsoft.com/office/drawing/2014/main" id="{A9FBED6E-5C61-F8C8-44B6-348328FBA11D}"/>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2" name="Image 3" descr="PlantUML diagram">
            <a:extLst>
              <a:ext uri="{FF2B5EF4-FFF2-40B4-BE49-F238E27FC236}">
                <a16:creationId xmlns:a16="http://schemas.microsoft.com/office/drawing/2014/main" id="{41971027-3E1B-B590-A7A9-247F611F8CF8}"/>
              </a:ext>
            </a:extLst>
          </p:cNvPr>
          <p:cNvPicPr>
            <a:picLocks/>
          </p:cNvPicPr>
          <p:nvPr/>
        </p:nvPicPr>
        <p:blipFill>
          <a:blip r:embed="rId4" cstate="print"/>
          <a:stretch>
            <a:fillRect/>
          </a:stretch>
        </p:blipFill>
        <p:spPr>
          <a:xfrm>
            <a:off x="2085612" y="877760"/>
            <a:ext cx="4941570" cy="4027446"/>
          </a:xfrm>
          <a:prstGeom prst="rect">
            <a:avLst/>
          </a:prstGeom>
        </p:spPr>
      </p:pic>
    </p:spTree>
    <p:extLst>
      <p:ext uri="{BB962C8B-B14F-4D97-AF65-F5344CB8AC3E}">
        <p14:creationId xmlns:p14="http://schemas.microsoft.com/office/powerpoint/2010/main" val="1998634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0E1C6062-E89E-81CF-1EDE-E5E3ED768AD4}"/>
            </a:ext>
          </a:extLst>
        </p:cNvPr>
        <p:cNvGrpSpPr/>
        <p:nvPr/>
      </p:nvGrpSpPr>
      <p:grpSpPr>
        <a:xfrm>
          <a:off x="0" y="0"/>
          <a:ext cx="0" cy="0"/>
          <a:chOff x="0" y="0"/>
          <a:chExt cx="0" cy="0"/>
        </a:xfrm>
      </p:grpSpPr>
      <p:sp>
        <p:nvSpPr>
          <p:cNvPr id="137" name="Google Shape;137;p1">
            <a:extLst>
              <a:ext uri="{FF2B5EF4-FFF2-40B4-BE49-F238E27FC236}">
                <a16:creationId xmlns:a16="http://schemas.microsoft.com/office/drawing/2014/main" id="{E6F0C307-436B-58AF-7F7B-2E943049BB49}"/>
              </a:ext>
            </a:extLst>
          </p:cNvPr>
          <p:cNvSpPr txBox="1">
            <a:spLocks noGrp="1"/>
          </p:cNvSpPr>
          <p:nvPr>
            <p:ph type="title"/>
          </p:nvPr>
        </p:nvSpPr>
        <p:spPr>
          <a:xfrm>
            <a:off x="1004678" y="238294"/>
            <a:ext cx="7039535" cy="67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US" sz="2400" b="1" dirty="0"/>
              <a:t>SEQUENCE </a:t>
            </a:r>
            <a:r>
              <a:rPr lang="en-US" sz="2400" b="1" dirty="0">
                <a:solidFill>
                  <a:schemeClr val="dk1"/>
                </a:solidFill>
              </a:rPr>
              <a:t>DIAGRAM</a:t>
            </a:r>
            <a:endParaRPr b="1" dirty="0">
              <a:solidFill>
                <a:schemeClr val="dk1"/>
              </a:solidFill>
            </a:endParaRPr>
          </a:p>
        </p:txBody>
      </p:sp>
      <p:pic>
        <p:nvPicPr>
          <p:cNvPr id="138" name="Google Shape;138;p1">
            <a:extLst>
              <a:ext uri="{FF2B5EF4-FFF2-40B4-BE49-F238E27FC236}">
                <a16:creationId xmlns:a16="http://schemas.microsoft.com/office/drawing/2014/main" id="{75B3792B-A330-961C-BD6D-9CA1916F185C}"/>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139" name="Google Shape;139;p1">
            <a:extLst>
              <a:ext uri="{FF2B5EF4-FFF2-40B4-BE49-F238E27FC236}">
                <a16:creationId xmlns:a16="http://schemas.microsoft.com/office/drawing/2014/main" id="{7BAFAB9B-4F14-F57A-6A46-C4E4D01A39BD}"/>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sp>
        <p:nvSpPr>
          <p:cNvPr id="2" name="AutoShape 2">
            <a:extLst>
              <a:ext uri="{FF2B5EF4-FFF2-40B4-BE49-F238E27FC236}">
                <a16:creationId xmlns:a16="http://schemas.microsoft.com/office/drawing/2014/main" id="{2FC7FDEF-8C44-2C28-5FC1-12DE4A49102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Image 5" descr="PlantUML diagram">
            <a:extLst>
              <a:ext uri="{FF2B5EF4-FFF2-40B4-BE49-F238E27FC236}">
                <a16:creationId xmlns:a16="http://schemas.microsoft.com/office/drawing/2014/main" id="{874B9E22-5F75-5F94-2CD0-D746B6C7DE1D}"/>
              </a:ext>
            </a:extLst>
          </p:cNvPr>
          <p:cNvPicPr>
            <a:picLocks/>
          </p:cNvPicPr>
          <p:nvPr/>
        </p:nvPicPr>
        <p:blipFill>
          <a:blip r:embed="rId4" cstate="print"/>
          <a:stretch>
            <a:fillRect/>
          </a:stretch>
        </p:blipFill>
        <p:spPr>
          <a:xfrm>
            <a:off x="2144751" y="972420"/>
            <a:ext cx="4854498" cy="3913498"/>
          </a:xfrm>
          <a:prstGeom prst="rect">
            <a:avLst/>
          </a:prstGeom>
        </p:spPr>
      </p:pic>
    </p:spTree>
    <p:extLst>
      <p:ext uri="{BB962C8B-B14F-4D97-AF65-F5344CB8AC3E}">
        <p14:creationId xmlns:p14="http://schemas.microsoft.com/office/powerpoint/2010/main" val="601625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E7935D3D-C658-A21E-0BA0-204E5D86A15E}"/>
            </a:ext>
          </a:extLst>
        </p:cNvPr>
        <p:cNvGrpSpPr/>
        <p:nvPr/>
      </p:nvGrpSpPr>
      <p:grpSpPr>
        <a:xfrm>
          <a:off x="0" y="0"/>
          <a:ext cx="0" cy="0"/>
          <a:chOff x="0" y="0"/>
          <a:chExt cx="0" cy="0"/>
        </a:xfrm>
      </p:grpSpPr>
      <p:sp>
        <p:nvSpPr>
          <p:cNvPr id="137" name="Google Shape;137;p1">
            <a:extLst>
              <a:ext uri="{FF2B5EF4-FFF2-40B4-BE49-F238E27FC236}">
                <a16:creationId xmlns:a16="http://schemas.microsoft.com/office/drawing/2014/main" id="{100678CC-1B5F-8D37-7347-9828F8794042}"/>
              </a:ext>
            </a:extLst>
          </p:cNvPr>
          <p:cNvSpPr txBox="1">
            <a:spLocks noGrp="1"/>
          </p:cNvSpPr>
          <p:nvPr>
            <p:ph type="title"/>
          </p:nvPr>
        </p:nvSpPr>
        <p:spPr>
          <a:xfrm>
            <a:off x="1004678" y="238294"/>
            <a:ext cx="7039535" cy="67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US" sz="2400" b="1" dirty="0"/>
              <a:t>STATE MACHINE </a:t>
            </a:r>
            <a:r>
              <a:rPr lang="en-US" sz="2400" b="1" dirty="0">
                <a:solidFill>
                  <a:schemeClr val="dk1"/>
                </a:solidFill>
              </a:rPr>
              <a:t>DIAGRAM</a:t>
            </a:r>
            <a:endParaRPr b="1" dirty="0">
              <a:solidFill>
                <a:schemeClr val="dk1"/>
              </a:solidFill>
            </a:endParaRPr>
          </a:p>
        </p:txBody>
      </p:sp>
      <p:pic>
        <p:nvPicPr>
          <p:cNvPr id="138" name="Google Shape;138;p1">
            <a:extLst>
              <a:ext uri="{FF2B5EF4-FFF2-40B4-BE49-F238E27FC236}">
                <a16:creationId xmlns:a16="http://schemas.microsoft.com/office/drawing/2014/main" id="{77E46B23-7E70-EB98-68EF-B1B404DEBD86}"/>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139" name="Google Shape;139;p1">
            <a:extLst>
              <a:ext uri="{FF2B5EF4-FFF2-40B4-BE49-F238E27FC236}">
                <a16:creationId xmlns:a16="http://schemas.microsoft.com/office/drawing/2014/main" id="{7F8D875E-5497-3160-DB68-7C6D53380576}"/>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3" name="Picture 2" descr="PlantUML diagram">
            <a:extLst>
              <a:ext uri="{FF2B5EF4-FFF2-40B4-BE49-F238E27FC236}">
                <a16:creationId xmlns:a16="http://schemas.microsoft.com/office/drawing/2014/main" id="{CEC49BC0-C9A7-4313-41AA-ED23E3C889A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40776" y="750848"/>
            <a:ext cx="7039535" cy="4154357"/>
          </a:xfrm>
          <a:prstGeom prst="rect">
            <a:avLst/>
          </a:prstGeom>
          <a:noFill/>
          <a:ln>
            <a:noFill/>
          </a:ln>
        </p:spPr>
      </p:pic>
    </p:spTree>
    <p:extLst>
      <p:ext uri="{BB962C8B-B14F-4D97-AF65-F5344CB8AC3E}">
        <p14:creationId xmlns:p14="http://schemas.microsoft.com/office/powerpoint/2010/main" val="2978597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B83A97EA-8FA2-F095-1752-8648544EE353}"/>
            </a:ext>
          </a:extLst>
        </p:cNvPr>
        <p:cNvGrpSpPr/>
        <p:nvPr/>
      </p:nvGrpSpPr>
      <p:grpSpPr>
        <a:xfrm>
          <a:off x="0" y="0"/>
          <a:ext cx="0" cy="0"/>
          <a:chOff x="0" y="0"/>
          <a:chExt cx="0" cy="0"/>
        </a:xfrm>
      </p:grpSpPr>
      <p:sp>
        <p:nvSpPr>
          <p:cNvPr id="137" name="Google Shape;137;p1">
            <a:extLst>
              <a:ext uri="{FF2B5EF4-FFF2-40B4-BE49-F238E27FC236}">
                <a16:creationId xmlns:a16="http://schemas.microsoft.com/office/drawing/2014/main" id="{A82FB370-2950-E5D0-D4DF-919A0EEA4402}"/>
              </a:ext>
            </a:extLst>
          </p:cNvPr>
          <p:cNvSpPr txBox="1">
            <a:spLocks noGrp="1"/>
          </p:cNvSpPr>
          <p:nvPr>
            <p:ph type="title"/>
          </p:nvPr>
        </p:nvSpPr>
        <p:spPr>
          <a:xfrm>
            <a:off x="1004678" y="238294"/>
            <a:ext cx="7039535" cy="67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US" sz="2400" b="1" dirty="0"/>
              <a:t>COMPONENT </a:t>
            </a:r>
            <a:r>
              <a:rPr lang="en-US" sz="2400" b="1" dirty="0">
                <a:solidFill>
                  <a:schemeClr val="dk1"/>
                </a:solidFill>
              </a:rPr>
              <a:t>DIAGRAM</a:t>
            </a:r>
            <a:endParaRPr b="1" dirty="0">
              <a:solidFill>
                <a:schemeClr val="dk1"/>
              </a:solidFill>
            </a:endParaRPr>
          </a:p>
        </p:txBody>
      </p:sp>
      <p:pic>
        <p:nvPicPr>
          <p:cNvPr id="138" name="Google Shape;138;p1">
            <a:extLst>
              <a:ext uri="{FF2B5EF4-FFF2-40B4-BE49-F238E27FC236}">
                <a16:creationId xmlns:a16="http://schemas.microsoft.com/office/drawing/2014/main" id="{1E243A06-E763-9988-5D4C-827C59BF40FF}"/>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139" name="Google Shape;139;p1">
            <a:extLst>
              <a:ext uri="{FF2B5EF4-FFF2-40B4-BE49-F238E27FC236}">
                <a16:creationId xmlns:a16="http://schemas.microsoft.com/office/drawing/2014/main" id="{3FD4FF55-CFD5-AE54-A354-B3E3616D1AF5}"/>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sp>
        <p:nvSpPr>
          <p:cNvPr id="2" name="AutoShape 2">
            <a:extLst>
              <a:ext uri="{FF2B5EF4-FFF2-40B4-BE49-F238E27FC236}">
                <a16:creationId xmlns:a16="http://schemas.microsoft.com/office/drawing/2014/main" id="{C6E38B82-1114-8CDF-EEF6-85B82B589D8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Image 7" descr="PlantUML diagram">
            <a:extLst>
              <a:ext uri="{FF2B5EF4-FFF2-40B4-BE49-F238E27FC236}">
                <a16:creationId xmlns:a16="http://schemas.microsoft.com/office/drawing/2014/main" id="{9B3FA9CB-ED94-C829-511E-CE9A90DF8947}"/>
              </a:ext>
            </a:extLst>
          </p:cNvPr>
          <p:cNvPicPr>
            <a:picLocks/>
          </p:cNvPicPr>
          <p:nvPr/>
        </p:nvPicPr>
        <p:blipFill>
          <a:blip r:embed="rId4" cstate="print"/>
          <a:stretch>
            <a:fillRect/>
          </a:stretch>
        </p:blipFill>
        <p:spPr>
          <a:xfrm>
            <a:off x="1673612" y="748023"/>
            <a:ext cx="5701665" cy="4157183"/>
          </a:xfrm>
          <a:prstGeom prst="rect">
            <a:avLst/>
          </a:prstGeom>
        </p:spPr>
      </p:pic>
    </p:spTree>
    <p:extLst>
      <p:ext uri="{BB962C8B-B14F-4D97-AF65-F5344CB8AC3E}">
        <p14:creationId xmlns:p14="http://schemas.microsoft.com/office/powerpoint/2010/main" val="2334750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638BB79C-FBAB-8B4E-10E6-C8DDC01087CD}"/>
            </a:ext>
          </a:extLst>
        </p:cNvPr>
        <p:cNvGrpSpPr/>
        <p:nvPr/>
      </p:nvGrpSpPr>
      <p:grpSpPr>
        <a:xfrm>
          <a:off x="0" y="0"/>
          <a:ext cx="0" cy="0"/>
          <a:chOff x="0" y="0"/>
          <a:chExt cx="0" cy="0"/>
        </a:xfrm>
      </p:grpSpPr>
      <p:sp>
        <p:nvSpPr>
          <p:cNvPr id="137" name="Google Shape;137;p1">
            <a:extLst>
              <a:ext uri="{FF2B5EF4-FFF2-40B4-BE49-F238E27FC236}">
                <a16:creationId xmlns:a16="http://schemas.microsoft.com/office/drawing/2014/main" id="{3D186008-04E5-052E-7E64-04025672D088}"/>
              </a:ext>
            </a:extLst>
          </p:cNvPr>
          <p:cNvSpPr txBox="1">
            <a:spLocks noGrp="1"/>
          </p:cNvSpPr>
          <p:nvPr>
            <p:ph type="title"/>
          </p:nvPr>
        </p:nvSpPr>
        <p:spPr>
          <a:xfrm>
            <a:off x="1004678" y="238294"/>
            <a:ext cx="7039535" cy="67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US" sz="2400" b="1" dirty="0"/>
              <a:t>DEPLOYMENT </a:t>
            </a:r>
            <a:r>
              <a:rPr lang="en-US" sz="2400" b="1" dirty="0">
                <a:solidFill>
                  <a:schemeClr val="dk1"/>
                </a:solidFill>
              </a:rPr>
              <a:t>DIAGRAM</a:t>
            </a:r>
            <a:endParaRPr b="1" dirty="0">
              <a:solidFill>
                <a:schemeClr val="dk1"/>
              </a:solidFill>
            </a:endParaRPr>
          </a:p>
        </p:txBody>
      </p:sp>
      <p:pic>
        <p:nvPicPr>
          <p:cNvPr id="138" name="Google Shape;138;p1">
            <a:extLst>
              <a:ext uri="{FF2B5EF4-FFF2-40B4-BE49-F238E27FC236}">
                <a16:creationId xmlns:a16="http://schemas.microsoft.com/office/drawing/2014/main" id="{17ACF6EC-33D9-AEE2-F38F-A4FBCDCAC194}"/>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139" name="Google Shape;139;p1">
            <a:extLst>
              <a:ext uri="{FF2B5EF4-FFF2-40B4-BE49-F238E27FC236}">
                <a16:creationId xmlns:a16="http://schemas.microsoft.com/office/drawing/2014/main" id="{C29E71A6-DE9F-1BF6-5E35-982BB326C415}"/>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sp>
        <p:nvSpPr>
          <p:cNvPr id="2" name="AutoShape 2">
            <a:extLst>
              <a:ext uri="{FF2B5EF4-FFF2-40B4-BE49-F238E27FC236}">
                <a16:creationId xmlns:a16="http://schemas.microsoft.com/office/drawing/2014/main" id="{868D7D45-9B62-48F2-A4E3-A640C53B015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Image 8" descr="PlantUML diagram">
            <a:extLst>
              <a:ext uri="{FF2B5EF4-FFF2-40B4-BE49-F238E27FC236}">
                <a16:creationId xmlns:a16="http://schemas.microsoft.com/office/drawing/2014/main" id="{11F8B186-3E38-1EFE-E598-F9E5BB49BC11}"/>
              </a:ext>
            </a:extLst>
          </p:cNvPr>
          <p:cNvPicPr>
            <a:picLocks/>
          </p:cNvPicPr>
          <p:nvPr/>
        </p:nvPicPr>
        <p:blipFill>
          <a:blip r:embed="rId4" cstate="print"/>
          <a:stretch>
            <a:fillRect/>
          </a:stretch>
        </p:blipFill>
        <p:spPr>
          <a:xfrm>
            <a:off x="1766252" y="972420"/>
            <a:ext cx="5611495" cy="3980815"/>
          </a:xfrm>
          <a:prstGeom prst="rect">
            <a:avLst/>
          </a:prstGeom>
        </p:spPr>
      </p:pic>
    </p:spTree>
    <p:extLst>
      <p:ext uri="{BB962C8B-B14F-4D97-AF65-F5344CB8AC3E}">
        <p14:creationId xmlns:p14="http://schemas.microsoft.com/office/powerpoint/2010/main" val="1567007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BB7A5943-A6B7-A605-E550-712841AD629D}"/>
            </a:ext>
          </a:extLst>
        </p:cNvPr>
        <p:cNvGrpSpPr/>
        <p:nvPr/>
      </p:nvGrpSpPr>
      <p:grpSpPr>
        <a:xfrm>
          <a:off x="0" y="0"/>
          <a:ext cx="0" cy="0"/>
          <a:chOff x="0" y="0"/>
          <a:chExt cx="0" cy="0"/>
        </a:xfrm>
      </p:grpSpPr>
      <p:sp>
        <p:nvSpPr>
          <p:cNvPr id="137" name="Google Shape;137;p1">
            <a:extLst>
              <a:ext uri="{FF2B5EF4-FFF2-40B4-BE49-F238E27FC236}">
                <a16:creationId xmlns:a16="http://schemas.microsoft.com/office/drawing/2014/main" id="{8DC23E20-8C38-FD89-B5D1-DBCAA233A133}"/>
              </a:ext>
            </a:extLst>
          </p:cNvPr>
          <p:cNvSpPr txBox="1">
            <a:spLocks noGrp="1"/>
          </p:cNvSpPr>
          <p:nvPr>
            <p:ph type="title"/>
          </p:nvPr>
        </p:nvSpPr>
        <p:spPr>
          <a:xfrm>
            <a:off x="1004678" y="238294"/>
            <a:ext cx="7039535" cy="67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US" sz="2400" b="1" dirty="0"/>
              <a:t>PACKAGE </a:t>
            </a:r>
            <a:r>
              <a:rPr lang="en-US" sz="2400" b="1" dirty="0">
                <a:solidFill>
                  <a:schemeClr val="dk1"/>
                </a:solidFill>
              </a:rPr>
              <a:t>DIAGRAM</a:t>
            </a:r>
            <a:endParaRPr b="1" dirty="0">
              <a:solidFill>
                <a:schemeClr val="dk1"/>
              </a:solidFill>
            </a:endParaRPr>
          </a:p>
        </p:txBody>
      </p:sp>
      <p:pic>
        <p:nvPicPr>
          <p:cNvPr id="138" name="Google Shape;138;p1">
            <a:extLst>
              <a:ext uri="{FF2B5EF4-FFF2-40B4-BE49-F238E27FC236}">
                <a16:creationId xmlns:a16="http://schemas.microsoft.com/office/drawing/2014/main" id="{D9381C07-16DD-BB05-145E-E0DDB2E26C3F}"/>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139" name="Google Shape;139;p1">
            <a:extLst>
              <a:ext uri="{FF2B5EF4-FFF2-40B4-BE49-F238E27FC236}">
                <a16:creationId xmlns:a16="http://schemas.microsoft.com/office/drawing/2014/main" id="{8FDBBC56-AE0A-819C-BC68-7B60B93D8FE9}"/>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sp>
        <p:nvSpPr>
          <p:cNvPr id="2" name="AutoShape 2">
            <a:extLst>
              <a:ext uri="{FF2B5EF4-FFF2-40B4-BE49-F238E27FC236}">
                <a16:creationId xmlns:a16="http://schemas.microsoft.com/office/drawing/2014/main" id="{DE49EC68-8293-07E9-B4D1-30245D26F90E}"/>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Image 9" descr="PlantUML diagram">
            <a:extLst>
              <a:ext uri="{FF2B5EF4-FFF2-40B4-BE49-F238E27FC236}">
                <a16:creationId xmlns:a16="http://schemas.microsoft.com/office/drawing/2014/main" id="{900F29DD-0AF9-5F37-63CF-02061CA1BB3F}"/>
              </a:ext>
            </a:extLst>
          </p:cNvPr>
          <p:cNvPicPr>
            <a:picLocks/>
          </p:cNvPicPr>
          <p:nvPr/>
        </p:nvPicPr>
        <p:blipFill>
          <a:blip r:embed="rId4" cstate="print"/>
          <a:stretch>
            <a:fillRect/>
          </a:stretch>
        </p:blipFill>
        <p:spPr>
          <a:xfrm>
            <a:off x="1698897" y="829430"/>
            <a:ext cx="5715000" cy="4075776"/>
          </a:xfrm>
          <a:prstGeom prst="rect">
            <a:avLst/>
          </a:prstGeom>
        </p:spPr>
      </p:pic>
    </p:spTree>
    <p:extLst>
      <p:ext uri="{BB962C8B-B14F-4D97-AF65-F5344CB8AC3E}">
        <p14:creationId xmlns:p14="http://schemas.microsoft.com/office/powerpoint/2010/main" val="3366075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1A1EC-6303-6C01-118D-19769FC7635F}"/>
              </a:ext>
            </a:extLst>
          </p:cNvPr>
          <p:cNvSpPr>
            <a:spLocks noGrp="1"/>
          </p:cNvSpPr>
          <p:nvPr>
            <p:ph type="title"/>
          </p:nvPr>
        </p:nvSpPr>
        <p:spPr>
          <a:xfrm>
            <a:off x="296097" y="176829"/>
            <a:ext cx="8520600" cy="572700"/>
          </a:xfrm>
        </p:spPr>
        <p:txBody>
          <a:bodyPr>
            <a:normAutofit fontScale="90000"/>
          </a:bodyPr>
          <a:lstStyle/>
          <a:p>
            <a:r>
              <a:rPr lang="en-IN" dirty="0"/>
              <a:t>                                   </a:t>
            </a:r>
            <a:r>
              <a:rPr lang="en-IN" b="1" dirty="0">
                <a:latin typeface="Times New Roman" panose="02020603050405020304" pitchFamily="18" charset="0"/>
                <a:cs typeface="Times New Roman" panose="02020603050405020304" pitchFamily="18" charset="0"/>
              </a:rPr>
              <a:t>OUTPUT</a:t>
            </a:r>
          </a:p>
        </p:txBody>
      </p:sp>
      <p:sp>
        <p:nvSpPr>
          <p:cNvPr id="7" name="TextBox 6">
            <a:extLst>
              <a:ext uri="{FF2B5EF4-FFF2-40B4-BE49-F238E27FC236}">
                <a16:creationId xmlns:a16="http://schemas.microsoft.com/office/drawing/2014/main" id="{F5822C3C-3A6F-883F-3FA7-781FF3D4F45B}"/>
              </a:ext>
            </a:extLst>
          </p:cNvPr>
          <p:cNvSpPr txBox="1"/>
          <p:nvPr/>
        </p:nvSpPr>
        <p:spPr>
          <a:xfrm>
            <a:off x="1004679" y="993878"/>
            <a:ext cx="2259980" cy="353943"/>
          </a:xfrm>
          <a:prstGeom prst="rect">
            <a:avLst/>
          </a:prstGeom>
          <a:noFill/>
        </p:spPr>
        <p:txBody>
          <a:bodyPr wrap="square" rtlCol="0">
            <a:spAutoFit/>
          </a:bodyPr>
          <a:lstStyle/>
          <a:p>
            <a:r>
              <a:rPr lang="en-IN" sz="1700" b="1" dirty="0">
                <a:latin typeface="Times New Roman" panose="02020603050405020304" pitchFamily="18" charset="0"/>
                <a:cs typeface="Times New Roman" panose="02020603050405020304" pitchFamily="18" charset="0"/>
              </a:rPr>
              <a:t>1. USER LOGIN</a:t>
            </a:r>
          </a:p>
        </p:txBody>
      </p:sp>
      <p:pic>
        <p:nvPicPr>
          <p:cNvPr id="8" name="Google Shape;138;p1">
            <a:extLst>
              <a:ext uri="{FF2B5EF4-FFF2-40B4-BE49-F238E27FC236}">
                <a16:creationId xmlns:a16="http://schemas.microsoft.com/office/drawing/2014/main" id="{223C0CF8-C6AE-8FCB-1482-F9E051214932}"/>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9" name="Google Shape;139;p1">
            <a:extLst>
              <a:ext uri="{FF2B5EF4-FFF2-40B4-BE49-F238E27FC236}">
                <a16:creationId xmlns:a16="http://schemas.microsoft.com/office/drawing/2014/main" id="{49151864-C255-500F-BB8B-792802375189}"/>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3" name="Picture 2">
            <a:extLst>
              <a:ext uri="{FF2B5EF4-FFF2-40B4-BE49-F238E27FC236}">
                <a16:creationId xmlns:a16="http://schemas.microsoft.com/office/drawing/2014/main" id="{82B0F12A-8300-110A-6C1B-A429A55156D7}"/>
              </a:ext>
            </a:extLst>
          </p:cNvPr>
          <p:cNvPicPr>
            <a:picLocks/>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65960" y="1603904"/>
            <a:ext cx="5212080" cy="3281426"/>
          </a:xfrm>
          <a:prstGeom prst="rect">
            <a:avLst/>
          </a:prstGeom>
          <a:noFill/>
        </p:spPr>
      </p:pic>
    </p:spTree>
    <p:extLst>
      <p:ext uri="{BB962C8B-B14F-4D97-AF65-F5344CB8AC3E}">
        <p14:creationId xmlns:p14="http://schemas.microsoft.com/office/powerpoint/2010/main" val="2908949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CB17B-1B77-8A9C-7B54-4953B489B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F4665-1AC5-5948-41D6-410E5745A321}"/>
              </a:ext>
            </a:extLst>
          </p:cNvPr>
          <p:cNvSpPr>
            <a:spLocks noGrp="1"/>
          </p:cNvSpPr>
          <p:nvPr>
            <p:ph type="title"/>
          </p:nvPr>
        </p:nvSpPr>
        <p:spPr>
          <a:xfrm>
            <a:off x="311699" y="287244"/>
            <a:ext cx="8520600" cy="572700"/>
          </a:xfrm>
        </p:spPr>
        <p:txBody>
          <a:bodyPr>
            <a:normAutofit fontScale="90000"/>
          </a:bodyPr>
          <a:lstStyle/>
          <a:p>
            <a:r>
              <a:rPr lang="en-IN" dirty="0"/>
              <a:t>                                   </a:t>
            </a:r>
            <a:r>
              <a:rPr lang="en-IN" b="1" dirty="0">
                <a:latin typeface="Times New Roman" panose="02020603050405020304" pitchFamily="18" charset="0"/>
                <a:cs typeface="Times New Roman" panose="02020603050405020304" pitchFamily="18" charset="0"/>
              </a:rPr>
              <a:t>OUTPUT</a:t>
            </a:r>
          </a:p>
        </p:txBody>
      </p:sp>
      <p:sp>
        <p:nvSpPr>
          <p:cNvPr id="7" name="TextBox 6">
            <a:extLst>
              <a:ext uri="{FF2B5EF4-FFF2-40B4-BE49-F238E27FC236}">
                <a16:creationId xmlns:a16="http://schemas.microsoft.com/office/drawing/2014/main" id="{44FC2777-19A4-7ADC-C5DC-410DB6EABF5B}"/>
              </a:ext>
            </a:extLst>
          </p:cNvPr>
          <p:cNvSpPr txBox="1"/>
          <p:nvPr/>
        </p:nvSpPr>
        <p:spPr>
          <a:xfrm>
            <a:off x="1004679" y="968984"/>
            <a:ext cx="2259980" cy="353943"/>
          </a:xfrm>
          <a:prstGeom prst="rect">
            <a:avLst/>
          </a:prstGeom>
          <a:noFill/>
        </p:spPr>
        <p:txBody>
          <a:bodyPr wrap="square" rtlCol="0">
            <a:spAutoFit/>
          </a:bodyPr>
          <a:lstStyle/>
          <a:p>
            <a:r>
              <a:rPr lang="en-IN" sz="1700" b="1" dirty="0">
                <a:latin typeface="Times New Roman" panose="02020603050405020304" pitchFamily="18" charset="0"/>
                <a:cs typeface="Times New Roman" panose="02020603050405020304" pitchFamily="18" charset="0"/>
              </a:rPr>
              <a:t>2. USER DETAILS</a:t>
            </a:r>
          </a:p>
        </p:txBody>
      </p:sp>
      <p:pic>
        <p:nvPicPr>
          <p:cNvPr id="8" name="Google Shape;138;p1">
            <a:extLst>
              <a:ext uri="{FF2B5EF4-FFF2-40B4-BE49-F238E27FC236}">
                <a16:creationId xmlns:a16="http://schemas.microsoft.com/office/drawing/2014/main" id="{67FA1CF4-7DA1-ED15-DC7D-52FA2FD5534D}"/>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9" name="Google Shape;139;p1">
            <a:extLst>
              <a:ext uri="{FF2B5EF4-FFF2-40B4-BE49-F238E27FC236}">
                <a16:creationId xmlns:a16="http://schemas.microsoft.com/office/drawing/2014/main" id="{CBE631E8-0399-1886-668C-421742ECE7EE}"/>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3" name="Picture 2">
            <a:extLst>
              <a:ext uri="{FF2B5EF4-FFF2-40B4-BE49-F238E27FC236}">
                <a16:creationId xmlns:a16="http://schemas.microsoft.com/office/drawing/2014/main" id="{9B42FA97-1465-3845-92A3-935F82CA6E48}"/>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2031682" y="1431967"/>
            <a:ext cx="5080635" cy="3399790"/>
          </a:xfrm>
          <a:prstGeom prst="rect">
            <a:avLst/>
          </a:prstGeom>
          <a:noFill/>
        </p:spPr>
      </p:pic>
    </p:spTree>
    <p:extLst>
      <p:ext uri="{BB962C8B-B14F-4D97-AF65-F5344CB8AC3E}">
        <p14:creationId xmlns:p14="http://schemas.microsoft.com/office/powerpoint/2010/main" val="153402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3C84A-9AAC-7784-94A4-750E1A9097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63F4E1-E057-8B7F-62EC-ADE00B4DB93F}"/>
              </a:ext>
            </a:extLst>
          </p:cNvPr>
          <p:cNvSpPr>
            <a:spLocks noGrp="1"/>
          </p:cNvSpPr>
          <p:nvPr>
            <p:ph type="title"/>
          </p:nvPr>
        </p:nvSpPr>
        <p:spPr>
          <a:xfrm>
            <a:off x="296097" y="283603"/>
            <a:ext cx="8520600" cy="572700"/>
          </a:xfrm>
        </p:spPr>
        <p:txBody>
          <a:bodyPr>
            <a:normAutofit fontScale="90000"/>
          </a:bodyPr>
          <a:lstStyle/>
          <a:p>
            <a:r>
              <a:rPr lang="en-IN" dirty="0"/>
              <a:t>                                   </a:t>
            </a:r>
            <a:r>
              <a:rPr lang="en-IN" b="1" dirty="0">
                <a:latin typeface="Times New Roman" panose="02020603050405020304" pitchFamily="18" charset="0"/>
                <a:cs typeface="Times New Roman" panose="02020603050405020304" pitchFamily="18" charset="0"/>
              </a:rPr>
              <a:t>OUTPUT</a:t>
            </a:r>
          </a:p>
        </p:txBody>
      </p:sp>
      <p:sp>
        <p:nvSpPr>
          <p:cNvPr id="7" name="TextBox 6">
            <a:extLst>
              <a:ext uri="{FF2B5EF4-FFF2-40B4-BE49-F238E27FC236}">
                <a16:creationId xmlns:a16="http://schemas.microsoft.com/office/drawing/2014/main" id="{A0B588A4-35C6-CAC1-41FB-0F75A87A5F09}"/>
              </a:ext>
            </a:extLst>
          </p:cNvPr>
          <p:cNvSpPr txBox="1"/>
          <p:nvPr/>
        </p:nvSpPr>
        <p:spPr>
          <a:xfrm>
            <a:off x="1004679" y="926285"/>
            <a:ext cx="2259980" cy="353943"/>
          </a:xfrm>
          <a:prstGeom prst="rect">
            <a:avLst/>
          </a:prstGeom>
          <a:noFill/>
        </p:spPr>
        <p:txBody>
          <a:bodyPr wrap="square" rtlCol="0">
            <a:spAutoFit/>
          </a:bodyPr>
          <a:lstStyle/>
          <a:p>
            <a:r>
              <a:rPr lang="en-IN" sz="1700" b="1" dirty="0">
                <a:latin typeface="Times New Roman" panose="02020603050405020304" pitchFamily="18" charset="0"/>
                <a:cs typeface="Times New Roman" panose="02020603050405020304" pitchFamily="18" charset="0"/>
              </a:rPr>
              <a:t>3. SELECT MEAL </a:t>
            </a:r>
          </a:p>
        </p:txBody>
      </p:sp>
      <p:pic>
        <p:nvPicPr>
          <p:cNvPr id="8" name="Google Shape;138;p1">
            <a:extLst>
              <a:ext uri="{FF2B5EF4-FFF2-40B4-BE49-F238E27FC236}">
                <a16:creationId xmlns:a16="http://schemas.microsoft.com/office/drawing/2014/main" id="{D3782D8C-2757-9694-F516-06319AA0310E}"/>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9" name="Google Shape;139;p1">
            <a:extLst>
              <a:ext uri="{FF2B5EF4-FFF2-40B4-BE49-F238E27FC236}">
                <a16:creationId xmlns:a16="http://schemas.microsoft.com/office/drawing/2014/main" id="{3EB20657-1C0F-8777-3BA1-1984333C2B4D}"/>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3" name="Picture 2">
            <a:extLst>
              <a:ext uri="{FF2B5EF4-FFF2-40B4-BE49-F238E27FC236}">
                <a16:creationId xmlns:a16="http://schemas.microsoft.com/office/drawing/2014/main" id="{84C51A80-CC42-3887-030C-38471854B2A5}"/>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1951037" y="1420193"/>
            <a:ext cx="5241925" cy="3383455"/>
          </a:xfrm>
          <a:prstGeom prst="rect">
            <a:avLst/>
          </a:prstGeom>
          <a:noFill/>
        </p:spPr>
      </p:pic>
    </p:spTree>
    <p:extLst>
      <p:ext uri="{BB962C8B-B14F-4D97-AF65-F5344CB8AC3E}">
        <p14:creationId xmlns:p14="http://schemas.microsoft.com/office/powerpoint/2010/main" val="2718518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8F216-D970-0E3E-524B-F40A46FF9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9DBAF-0032-CC83-C3E8-CF7B5E11236F}"/>
              </a:ext>
            </a:extLst>
          </p:cNvPr>
          <p:cNvSpPr>
            <a:spLocks noGrp="1"/>
          </p:cNvSpPr>
          <p:nvPr>
            <p:ph type="title"/>
          </p:nvPr>
        </p:nvSpPr>
        <p:spPr>
          <a:xfrm>
            <a:off x="311699" y="209900"/>
            <a:ext cx="8520600" cy="572700"/>
          </a:xfrm>
        </p:spPr>
        <p:txBody>
          <a:bodyPr>
            <a:normAutofit fontScale="90000"/>
          </a:bodyPr>
          <a:lstStyle/>
          <a:p>
            <a:r>
              <a:rPr lang="en-IN" dirty="0"/>
              <a:t>                                   </a:t>
            </a:r>
            <a:r>
              <a:rPr lang="en-IN" b="1" dirty="0">
                <a:latin typeface="Times New Roman" panose="02020603050405020304" pitchFamily="18" charset="0"/>
                <a:cs typeface="Times New Roman" panose="02020603050405020304" pitchFamily="18" charset="0"/>
              </a:rPr>
              <a:t>OUTPUT</a:t>
            </a:r>
          </a:p>
        </p:txBody>
      </p:sp>
      <p:sp>
        <p:nvSpPr>
          <p:cNvPr id="7" name="TextBox 6">
            <a:extLst>
              <a:ext uri="{FF2B5EF4-FFF2-40B4-BE49-F238E27FC236}">
                <a16:creationId xmlns:a16="http://schemas.microsoft.com/office/drawing/2014/main" id="{4E1200CA-237B-ECD8-68D2-E05C138407EB}"/>
              </a:ext>
            </a:extLst>
          </p:cNvPr>
          <p:cNvSpPr txBox="1"/>
          <p:nvPr/>
        </p:nvSpPr>
        <p:spPr>
          <a:xfrm>
            <a:off x="1004679" y="1030448"/>
            <a:ext cx="3999572" cy="353943"/>
          </a:xfrm>
          <a:prstGeom prst="rect">
            <a:avLst/>
          </a:prstGeom>
          <a:noFill/>
        </p:spPr>
        <p:txBody>
          <a:bodyPr wrap="square" rtlCol="0">
            <a:spAutoFit/>
          </a:bodyPr>
          <a:lstStyle/>
          <a:p>
            <a:r>
              <a:rPr lang="en-IN" sz="1700" b="1" dirty="0">
                <a:latin typeface="Times New Roman" panose="02020603050405020304" pitchFamily="18" charset="0"/>
                <a:cs typeface="Times New Roman" panose="02020603050405020304" pitchFamily="18" charset="0"/>
              </a:rPr>
              <a:t>4. SELECT CATEGORY</a:t>
            </a:r>
          </a:p>
        </p:txBody>
      </p:sp>
      <p:pic>
        <p:nvPicPr>
          <p:cNvPr id="8" name="Google Shape;138;p1">
            <a:extLst>
              <a:ext uri="{FF2B5EF4-FFF2-40B4-BE49-F238E27FC236}">
                <a16:creationId xmlns:a16="http://schemas.microsoft.com/office/drawing/2014/main" id="{E2C07CF6-FBA3-8AD1-11FD-C62C0441283E}"/>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9" name="Google Shape;139;p1">
            <a:extLst>
              <a:ext uri="{FF2B5EF4-FFF2-40B4-BE49-F238E27FC236}">
                <a16:creationId xmlns:a16="http://schemas.microsoft.com/office/drawing/2014/main" id="{9747D687-A526-96EE-955E-33552A179761}"/>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3" name="Picture 2">
            <a:extLst>
              <a:ext uri="{FF2B5EF4-FFF2-40B4-BE49-F238E27FC236}">
                <a16:creationId xmlns:a16="http://schemas.microsoft.com/office/drawing/2014/main" id="{2150005F-AFE8-1CCD-8D7F-45EF71325D36}"/>
              </a:ext>
            </a:extLst>
          </p:cNvPr>
          <p:cNvPicPr>
            <a:picLocks/>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08822" y="1577450"/>
            <a:ext cx="5126355" cy="3121025"/>
          </a:xfrm>
          <a:prstGeom prst="rect">
            <a:avLst/>
          </a:prstGeom>
          <a:noFill/>
        </p:spPr>
      </p:pic>
    </p:spTree>
    <p:extLst>
      <p:ext uri="{BB962C8B-B14F-4D97-AF65-F5344CB8AC3E}">
        <p14:creationId xmlns:p14="http://schemas.microsoft.com/office/powerpoint/2010/main" val="686412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86CD5-BFBF-A34E-77F0-7E78B7989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0BBD93-9AB7-F687-433D-623F183F8182}"/>
              </a:ext>
            </a:extLst>
          </p:cNvPr>
          <p:cNvSpPr>
            <a:spLocks noGrp="1"/>
          </p:cNvSpPr>
          <p:nvPr>
            <p:ph type="title"/>
          </p:nvPr>
        </p:nvSpPr>
        <p:spPr>
          <a:xfrm>
            <a:off x="311700" y="288274"/>
            <a:ext cx="8520600" cy="572700"/>
          </a:xfrm>
        </p:spPr>
        <p:txBody>
          <a:bodyPr>
            <a:normAutofit fontScale="90000"/>
          </a:bodyPr>
          <a:lstStyle/>
          <a:p>
            <a:r>
              <a:rPr lang="en-IN" dirty="0"/>
              <a:t>                                   </a:t>
            </a:r>
            <a:r>
              <a:rPr lang="en-IN" b="1" dirty="0">
                <a:latin typeface="Times New Roman" panose="02020603050405020304" pitchFamily="18" charset="0"/>
                <a:cs typeface="Times New Roman" panose="02020603050405020304" pitchFamily="18" charset="0"/>
              </a:rPr>
              <a:t>OUTPUT</a:t>
            </a:r>
          </a:p>
        </p:txBody>
      </p:sp>
      <p:sp>
        <p:nvSpPr>
          <p:cNvPr id="7" name="TextBox 6">
            <a:extLst>
              <a:ext uri="{FF2B5EF4-FFF2-40B4-BE49-F238E27FC236}">
                <a16:creationId xmlns:a16="http://schemas.microsoft.com/office/drawing/2014/main" id="{DF5B98AF-9A38-9D3E-8DE3-B4E3E7165266}"/>
              </a:ext>
            </a:extLst>
          </p:cNvPr>
          <p:cNvSpPr txBox="1"/>
          <p:nvPr/>
        </p:nvSpPr>
        <p:spPr>
          <a:xfrm>
            <a:off x="1004679" y="931978"/>
            <a:ext cx="3999572" cy="353943"/>
          </a:xfrm>
          <a:prstGeom prst="rect">
            <a:avLst/>
          </a:prstGeom>
          <a:noFill/>
        </p:spPr>
        <p:txBody>
          <a:bodyPr wrap="square" rtlCol="0">
            <a:spAutoFit/>
          </a:bodyPr>
          <a:lstStyle/>
          <a:p>
            <a:r>
              <a:rPr lang="en-IN" sz="1700" b="1" dirty="0">
                <a:latin typeface="Times New Roman" panose="02020603050405020304" pitchFamily="18" charset="0"/>
                <a:cs typeface="Times New Roman" panose="02020603050405020304" pitchFamily="18" charset="0"/>
              </a:rPr>
              <a:t>5. SELECT DISHES</a:t>
            </a:r>
          </a:p>
        </p:txBody>
      </p:sp>
      <p:pic>
        <p:nvPicPr>
          <p:cNvPr id="8" name="Google Shape;138;p1">
            <a:extLst>
              <a:ext uri="{FF2B5EF4-FFF2-40B4-BE49-F238E27FC236}">
                <a16:creationId xmlns:a16="http://schemas.microsoft.com/office/drawing/2014/main" id="{6F534D7F-E7BB-11D9-E8EB-063C15B575E1}"/>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9" name="Google Shape;139;p1">
            <a:extLst>
              <a:ext uri="{FF2B5EF4-FFF2-40B4-BE49-F238E27FC236}">
                <a16:creationId xmlns:a16="http://schemas.microsoft.com/office/drawing/2014/main" id="{480909DF-2A59-2702-F2D7-AAC378D3AB5D}"/>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3" name="Picture 2">
            <a:extLst>
              <a:ext uri="{FF2B5EF4-FFF2-40B4-BE49-F238E27FC236}">
                <a16:creationId xmlns:a16="http://schemas.microsoft.com/office/drawing/2014/main" id="{CE3A9B3A-67CE-608C-7508-DF2C49BA16B2}"/>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1870710" y="1420193"/>
            <a:ext cx="5402580" cy="3399790"/>
          </a:xfrm>
          <a:prstGeom prst="rect">
            <a:avLst/>
          </a:prstGeom>
          <a:noFill/>
        </p:spPr>
      </p:pic>
    </p:spTree>
    <p:extLst>
      <p:ext uri="{BB962C8B-B14F-4D97-AF65-F5344CB8AC3E}">
        <p14:creationId xmlns:p14="http://schemas.microsoft.com/office/powerpoint/2010/main" val="907044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D95D-D8EB-BB75-1A43-25500A8389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04C30-926C-3432-1854-BBC72B60F7D1}"/>
              </a:ext>
            </a:extLst>
          </p:cNvPr>
          <p:cNvSpPr>
            <a:spLocks noGrp="1"/>
          </p:cNvSpPr>
          <p:nvPr>
            <p:ph type="title"/>
          </p:nvPr>
        </p:nvSpPr>
        <p:spPr>
          <a:xfrm>
            <a:off x="311700" y="288274"/>
            <a:ext cx="8520600" cy="572700"/>
          </a:xfrm>
        </p:spPr>
        <p:txBody>
          <a:bodyPr>
            <a:normAutofit fontScale="90000"/>
          </a:bodyPr>
          <a:lstStyle/>
          <a:p>
            <a:r>
              <a:rPr lang="en-IN" dirty="0"/>
              <a:t>                                   </a:t>
            </a:r>
            <a:r>
              <a:rPr lang="en-IN" b="1" dirty="0">
                <a:latin typeface="Times New Roman" panose="02020603050405020304" pitchFamily="18" charset="0"/>
                <a:cs typeface="Times New Roman" panose="02020603050405020304" pitchFamily="18" charset="0"/>
              </a:rPr>
              <a:t>OUTPUT</a:t>
            </a:r>
          </a:p>
        </p:txBody>
      </p:sp>
      <p:sp>
        <p:nvSpPr>
          <p:cNvPr id="7" name="TextBox 6">
            <a:extLst>
              <a:ext uri="{FF2B5EF4-FFF2-40B4-BE49-F238E27FC236}">
                <a16:creationId xmlns:a16="http://schemas.microsoft.com/office/drawing/2014/main" id="{9132AC28-08ED-FD3B-ABE2-62DF7FDA2A57}"/>
              </a:ext>
            </a:extLst>
          </p:cNvPr>
          <p:cNvSpPr txBox="1"/>
          <p:nvPr/>
        </p:nvSpPr>
        <p:spPr>
          <a:xfrm>
            <a:off x="1004679" y="931978"/>
            <a:ext cx="4393581" cy="353943"/>
          </a:xfrm>
          <a:prstGeom prst="rect">
            <a:avLst/>
          </a:prstGeom>
          <a:noFill/>
        </p:spPr>
        <p:txBody>
          <a:bodyPr wrap="square" rtlCol="0">
            <a:spAutoFit/>
          </a:bodyPr>
          <a:lstStyle/>
          <a:p>
            <a:r>
              <a:rPr lang="en-IN" sz="1700" b="1" dirty="0">
                <a:latin typeface="Times New Roman" panose="02020603050405020304" pitchFamily="18" charset="0"/>
                <a:cs typeface="Times New Roman" panose="02020603050405020304" pitchFamily="18" charset="0"/>
              </a:rPr>
              <a:t>6. ADD TO CART</a:t>
            </a:r>
          </a:p>
        </p:txBody>
      </p:sp>
      <p:pic>
        <p:nvPicPr>
          <p:cNvPr id="8" name="Google Shape;138;p1">
            <a:extLst>
              <a:ext uri="{FF2B5EF4-FFF2-40B4-BE49-F238E27FC236}">
                <a16:creationId xmlns:a16="http://schemas.microsoft.com/office/drawing/2014/main" id="{F650A55A-19CF-E4E4-4397-BE5744B3AD7D}"/>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9" name="Google Shape;139;p1">
            <a:extLst>
              <a:ext uri="{FF2B5EF4-FFF2-40B4-BE49-F238E27FC236}">
                <a16:creationId xmlns:a16="http://schemas.microsoft.com/office/drawing/2014/main" id="{5A9B325A-81BF-8B89-BC41-5E8EA73FF730}"/>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3" name="Picture 2">
            <a:extLst>
              <a:ext uri="{FF2B5EF4-FFF2-40B4-BE49-F238E27FC236}">
                <a16:creationId xmlns:a16="http://schemas.microsoft.com/office/drawing/2014/main" id="{30B2384F-925E-A11D-33C6-564B3057D290}"/>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1972310" y="1518141"/>
            <a:ext cx="5199380" cy="3399790"/>
          </a:xfrm>
          <a:prstGeom prst="rect">
            <a:avLst/>
          </a:prstGeom>
          <a:noFill/>
        </p:spPr>
      </p:pic>
    </p:spTree>
    <p:extLst>
      <p:ext uri="{BB962C8B-B14F-4D97-AF65-F5344CB8AC3E}">
        <p14:creationId xmlns:p14="http://schemas.microsoft.com/office/powerpoint/2010/main" val="1240523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D63C0-C027-3C36-B7E2-46A3FD597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641846-B30F-D898-D3A0-F14A9057D8BC}"/>
              </a:ext>
            </a:extLst>
          </p:cNvPr>
          <p:cNvSpPr>
            <a:spLocks noGrp="1"/>
          </p:cNvSpPr>
          <p:nvPr>
            <p:ph type="title"/>
          </p:nvPr>
        </p:nvSpPr>
        <p:spPr>
          <a:xfrm>
            <a:off x="311700" y="274793"/>
            <a:ext cx="8520600" cy="572700"/>
          </a:xfrm>
        </p:spPr>
        <p:txBody>
          <a:bodyPr>
            <a:normAutofit fontScale="90000"/>
          </a:bodyPr>
          <a:lstStyle/>
          <a:p>
            <a:r>
              <a:rPr lang="en-IN" dirty="0"/>
              <a:t>                                   </a:t>
            </a:r>
            <a:r>
              <a:rPr lang="en-IN" b="1" dirty="0">
                <a:latin typeface="Times New Roman" panose="02020603050405020304" pitchFamily="18" charset="0"/>
                <a:cs typeface="Times New Roman" panose="02020603050405020304" pitchFamily="18" charset="0"/>
              </a:rPr>
              <a:t>OUTPUT</a:t>
            </a:r>
          </a:p>
        </p:txBody>
      </p:sp>
      <p:sp>
        <p:nvSpPr>
          <p:cNvPr id="7" name="TextBox 6">
            <a:extLst>
              <a:ext uri="{FF2B5EF4-FFF2-40B4-BE49-F238E27FC236}">
                <a16:creationId xmlns:a16="http://schemas.microsoft.com/office/drawing/2014/main" id="{3CFB645A-282B-ADD7-AB34-C2BCECFF0CEF}"/>
              </a:ext>
            </a:extLst>
          </p:cNvPr>
          <p:cNvSpPr txBox="1"/>
          <p:nvPr/>
        </p:nvSpPr>
        <p:spPr>
          <a:xfrm>
            <a:off x="1055647" y="847493"/>
            <a:ext cx="4393581" cy="353943"/>
          </a:xfrm>
          <a:prstGeom prst="rect">
            <a:avLst/>
          </a:prstGeom>
          <a:noFill/>
        </p:spPr>
        <p:txBody>
          <a:bodyPr wrap="square" rtlCol="0">
            <a:spAutoFit/>
          </a:bodyPr>
          <a:lstStyle/>
          <a:p>
            <a:r>
              <a:rPr lang="en-IN" sz="1700" b="1" dirty="0">
                <a:latin typeface="Times New Roman" panose="02020603050405020304" pitchFamily="18" charset="0"/>
                <a:cs typeface="Times New Roman" panose="02020603050405020304" pitchFamily="18" charset="0"/>
              </a:rPr>
              <a:t>7. PAYMENT</a:t>
            </a:r>
          </a:p>
        </p:txBody>
      </p:sp>
      <p:pic>
        <p:nvPicPr>
          <p:cNvPr id="8" name="Google Shape;138;p1">
            <a:extLst>
              <a:ext uri="{FF2B5EF4-FFF2-40B4-BE49-F238E27FC236}">
                <a16:creationId xmlns:a16="http://schemas.microsoft.com/office/drawing/2014/main" id="{3F07EE52-01E5-AB1E-CB84-9B6D0A410031}"/>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9" name="Google Shape;139;p1">
            <a:extLst>
              <a:ext uri="{FF2B5EF4-FFF2-40B4-BE49-F238E27FC236}">
                <a16:creationId xmlns:a16="http://schemas.microsoft.com/office/drawing/2014/main" id="{A7197CBF-5574-2EE7-D5D9-8CD028266EA1}"/>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3" name="Picture 2">
            <a:extLst>
              <a:ext uri="{FF2B5EF4-FFF2-40B4-BE49-F238E27FC236}">
                <a16:creationId xmlns:a16="http://schemas.microsoft.com/office/drawing/2014/main" id="{CB44EB1F-377F-46F2-8EDB-8D23BD8C3402}"/>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1861820" y="1285921"/>
            <a:ext cx="5420360" cy="3474085"/>
          </a:xfrm>
          <a:prstGeom prst="rect">
            <a:avLst/>
          </a:prstGeom>
          <a:noFill/>
        </p:spPr>
      </p:pic>
    </p:spTree>
    <p:extLst>
      <p:ext uri="{BB962C8B-B14F-4D97-AF65-F5344CB8AC3E}">
        <p14:creationId xmlns:p14="http://schemas.microsoft.com/office/powerpoint/2010/main" val="1289913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3330F-F591-6074-D006-8D1892513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63B87-B092-E213-1E89-4B50E0137847}"/>
              </a:ext>
            </a:extLst>
          </p:cNvPr>
          <p:cNvSpPr>
            <a:spLocks noGrp="1"/>
          </p:cNvSpPr>
          <p:nvPr>
            <p:ph type="title"/>
          </p:nvPr>
        </p:nvSpPr>
        <p:spPr>
          <a:xfrm>
            <a:off x="311700" y="288274"/>
            <a:ext cx="8520600" cy="572700"/>
          </a:xfrm>
        </p:spPr>
        <p:txBody>
          <a:bodyPr>
            <a:normAutofit fontScale="90000"/>
          </a:bodyPr>
          <a:lstStyle/>
          <a:p>
            <a:r>
              <a:rPr lang="en-IN" dirty="0"/>
              <a:t>                                   </a:t>
            </a:r>
            <a:r>
              <a:rPr lang="en-IN" b="1" dirty="0">
                <a:latin typeface="Times New Roman" panose="02020603050405020304" pitchFamily="18" charset="0"/>
                <a:cs typeface="Times New Roman" panose="02020603050405020304" pitchFamily="18" charset="0"/>
              </a:rPr>
              <a:t>OUTPUT</a:t>
            </a:r>
          </a:p>
        </p:txBody>
      </p:sp>
      <p:sp>
        <p:nvSpPr>
          <p:cNvPr id="7" name="TextBox 6">
            <a:extLst>
              <a:ext uri="{FF2B5EF4-FFF2-40B4-BE49-F238E27FC236}">
                <a16:creationId xmlns:a16="http://schemas.microsoft.com/office/drawing/2014/main" id="{F9B8755D-1BFB-FBCF-F214-0AFCD7426F67}"/>
              </a:ext>
            </a:extLst>
          </p:cNvPr>
          <p:cNvSpPr txBox="1"/>
          <p:nvPr/>
        </p:nvSpPr>
        <p:spPr>
          <a:xfrm>
            <a:off x="1004679" y="1017725"/>
            <a:ext cx="4393581" cy="353943"/>
          </a:xfrm>
          <a:prstGeom prst="rect">
            <a:avLst/>
          </a:prstGeom>
          <a:noFill/>
        </p:spPr>
        <p:txBody>
          <a:bodyPr wrap="square" rtlCol="0">
            <a:spAutoFit/>
          </a:bodyPr>
          <a:lstStyle/>
          <a:p>
            <a:r>
              <a:rPr lang="en-IN" sz="1700" b="1" dirty="0">
                <a:latin typeface="Times New Roman" panose="02020603050405020304" pitchFamily="18" charset="0"/>
                <a:cs typeface="Times New Roman" panose="02020603050405020304" pitchFamily="18" charset="0"/>
              </a:rPr>
              <a:t>8. CONFIRM ORDER</a:t>
            </a:r>
          </a:p>
        </p:txBody>
      </p:sp>
      <p:pic>
        <p:nvPicPr>
          <p:cNvPr id="8" name="Google Shape;138;p1">
            <a:extLst>
              <a:ext uri="{FF2B5EF4-FFF2-40B4-BE49-F238E27FC236}">
                <a16:creationId xmlns:a16="http://schemas.microsoft.com/office/drawing/2014/main" id="{D5E637CA-EC1F-0514-9FEB-FB1CD92F695A}"/>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9" name="Google Shape;139;p1">
            <a:extLst>
              <a:ext uri="{FF2B5EF4-FFF2-40B4-BE49-F238E27FC236}">
                <a16:creationId xmlns:a16="http://schemas.microsoft.com/office/drawing/2014/main" id="{D7A04396-0BC3-A931-3670-85B87A53FA2E}"/>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3" name="Picture 2">
            <a:extLst>
              <a:ext uri="{FF2B5EF4-FFF2-40B4-BE49-F238E27FC236}">
                <a16:creationId xmlns:a16="http://schemas.microsoft.com/office/drawing/2014/main" id="{529A4776-4E5F-48AA-5422-48AD106BF0EE}"/>
              </a:ext>
            </a:extLst>
          </p:cNvPr>
          <p:cNvPicPr>
            <a:picLocks/>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97710" y="1603904"/>
            <a:ext cx="5148580" cy="2956560"/>
          </a:xfrm>
          <a:prstGeom prst="rect">
            <a:avLst/>
          </a:prstGeom>
          <a:noFill/>
        </p:spPr>
      </p:pic>
    </p:spTree>
    <p:extLst>
      <p:ext uri="{BB962C8B-B14F-4D97-AF65-F5344CB8AC3E}">
        <p14:creationId xmlns:p14="http://schemas.microsoft.com/office/powerpoint/2010/main" val="133651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17BE9-52C4-B5D6-D603-C584FD3651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6A6DB-B156-D139-4A3D-7E107179AD64}"/>
              </a:ext>
            </a:extLst>
          </p:cNvPr>
          <p:cNvSpPr>
            <a:spLocks noGrp="1"/>
          </p:cNvSpPr>
          <p:nvPr>
            <p:ph type="title"/>
          </p:nvPr>
        </p:nvSpPr>
        <p:spPr>
          <a:xfrm>
            <a:off x="311699" y="249222"/>
            <a:ext cx="8520600" cy="572700"/>
          </a:xfrm>
        </p:spPr>
        <p:txBody>
          <a:bodyPr>
            <a:normAutofit fontScale="90000"/>
          </a:bodyPr>
          <a:lstStyle/>
          <a:p>
            <a:r>
              <a:rPr lang="en-IN" dirty="0"/>
              <a:t>                                   </a:t>
            </a:r>
            <a:r>
              <a:rPr lang="en-IN" b="1" dirty="0">
                <a:latin typeface="Times New Roman" panose="02020603050405020304" pitchFamily="18" charset="0"/>
                <a:cs typeface="Times New Roman" panose="02020603050405020304" pitchFamily="18" charset="0"/>
              </a:rPr>
              <a:t>OUTPUT</a:t>
            </a:r>
          </a:p>
        </p:txBody>
      </p:sp>
      <p:sp>
        <p:nvSpPr>
          <p:cNvPr id="7" name="TextBox 6">
            <a:extLst>
              <a:ext uri="{FF2B5EF4-FFF2-40B4-BE49-F238E27FC236}">
                <a16:creationId xmlns:a16="http://schemas.microsoft.com/office/drawing/2014/main" id="{D48D90E6-DCE2-9F5C-07FC-A9C7101D9562}"/>
              </a:ext>
            </a:extLst>
          </p:cNvPr>
          <p:cNvSpPr txBox="1"/>
          <p:nvPr/>
        </p:nvSpPr>
        <p:spPr>
          <a:xfrm>
            <a:off x="1074258" y="931978"/>
            <a:ext cx="4393581" cy="353943"/>
          </a:xfrm>
          <a:prstGeom prst="rect">
            <a:avLst/>
          </a:prstGeom>
          <a:noFill/>
        </p:spPr>
        <p:txBody>
          <a:bodyPr wrap="square" rtlCol="0">
            <a:spAutoFit/>
          </a:bodyPr>
          <a:lstStyle/>
          <a:p>
            <a:r>
              <a:rPr lang="en-IN" sz="1700" b="1" dirty="0">
                <a:latin typeface="Times New Roman" panose="02020603050405020304" pitchFamily="18" charset="0"/>
                <a:cs typeface="Times New Roman" panose="02020603050405020304" pitchFamily="18" charset="0"/>
              </a:rPr>
              <a:t>9. ADMIN LOGIN</a:t>
            </a:r>
          </a:p>
        </p:txBody>
      </p:sp>
      <p:pic>
        <p:nvPicPr>
          <p:cNvPr id="8" name="Google Shape;138;p1">
            <a:extLst>
              <a:ext uri="{FF2B5EF4-FFF2-40B4-BE49-F238E27FC236}">
                <a16:creationId xmlns:a16="http://schemas.microsoft.com/office/drawing/2014/main" id="{50ACD1B2-70B3-86C7-2CFF-74C3838DBB35}"/>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9" name="Google Shape;139;p1">
            <a:extLst>
              <a:ext uri="{FF2B5EF4-FFF2-40B4-BE49-F238E27FC236}">
                <a16:creationId xmlns:a16="http://schemas.microsoft.com/office/drawing/2014/main" id="{01823CF0-FF91-6E22-B2EB-37A170276EF0}"/>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3" name="Picture 2">
            <a:extLst>
              <a:ext uri="{FF2B5EF4-FFF2-40B4-BE49-F238E27FC236}">
                <a16:creationId xmlns:a16="http://schemas.microsoft.com/office/drawing/2014/main" id="{28FC7E0F-F724-3FA9-C509-79CCB0D51154}"/>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1782127" y="1420193"/>
            <a:ext cx="5579745" cy="3474085"/>
          </a:xfrm>
          <a:prstGeom prst="rect">
            <a:avLst/>
          </a:prstGeom>
          <a:noFill/>
        </p:spPr>
      </p:pic>
    </p:spTree>
    <p:extLst>
      <p:ext uri="{BB962C8B-B14F-4D97-AF65-F5344CB8AC3E}">
        <p14:creationId xmlns:p14="http://schemas.microsoft.com/office/powerpoint/2010/main" val="17242749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4690E6C-F4E5-A903-322C-536D32924FA4}"/>
              </a:ext>
            </a:extLst>
          </p:cNvPr>
          <p:cNvSpPr txBox="1">
            <a:spLocks/>
          </p:cNvSpPr>
          <p:nvPr/>
        </p:nvSpPr>
        <p:spPr>
          <a:xfrm>
            <a:off x="311699" y="249222"/>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a:t>                                   </a:t>
            </a:r>
            <a:r>
              <a:rPr lang="en-IN" b="1">
                <a:latin typeface="Times New Roman" panose="02020603050405020304" pitchFamily="18" charset="0"/>
                <a:cs typeface="Times New Roman" panose="02020603050405020304" pitchFamily="18" charset="0"/>
              </a:rPr>
              <a:t>OUTPUT</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E541790-E9A9-F152-D402-761A1B63BA8A}"/>
              </a:ext>
            </a:extLst>
          </p:cNvPr>
          <p:cNvSpPr txBox="1"/>
          <p:nvPr/>
        </p:nvSpPr>
        <p:spPr>
          <a:xfrm>
            <a:off x="1074258" y="931978"/>
            <a:ext cx="4393581" cy="353943"/>
          </a:xfrm>
          <a:prstGeom prst="rect">
            <a:avLst/>
          </a:prstGeom>
          <a:noFill/>
        </p:spPr>
        <p:txBody>
          <a:bodyPr wrap="square" rtlCol="0">
            <a:spAutoFit/>
          </a:bodyPr>
          <a:lstStyle/>
          <a:p>
            <a:r>
              <a:rPr lang="en-IN" sz="1700" b="1" dirty="0">
                <a:latin typeface="Times New Roman" panose="02020603050405020304" pitchFamily="18" charset="0"/>
                <a:cs typeface="Times New Roman" panose="02020603050405020304" pitchFamily="18" charset="0"/>
              </a:rPr>
              <a:t>10. ORDER DETAILS</a:t>
            </a:r>
          </a:p>
        </p:txBody>
      </p:sp>
      <p:pic>
        <p:nvPicPr>
          <p:cNvPr id="6" name="Google Shape;138;p1">
            <a:extLst>
              <a:ext uri="{FF2B5EF4-FFF2-40B4-BE49-F238E27FC236}">
                <a16:creationId xmlns:a16="http://schemas.microsoft.com/office/drawing/2014/main" id="{D66FB562-EFFA-2B57-15B9-51F97CD4A7BD}"/>
              </a:ext>
            </a:extLst>
          </p:cNvPr>
          <p:cNvPicPr preferRelativeResize="0"/>
          <p:nvPr/>
        </p:nvPicPr>
        <p:blipFill rotWithShape="1">
          <a:blip r:embed="rId2">
            <a:alphaModFix/>
          </a:blip>
          <a:srcRect/>
          <a:stretch/>
        </p:blipFill>
        <p:spPr>
          <a:xfrm>
            <a:off x="242121" y="115365"/>
            <a:ext cx="762558" cy="762395"/>
          </a:xfrm>
          <a:prstGeom prst="rect">
            <a:avLst/>
          </a:prstGeom>
          <a:noFill/>
          <a:ln>
            <a:noFill/>
          </a:ln>
        </p:spPr>
      </p:pic>
      <p:pic>
        <p:nvPicPr>
          <p:cNvPr id="7" name="Google Shape;139;p1">
            <a:extLst>
              <a:ext uri="{FF2B5EF4-FFF2-40B4-BE49-F238E27FC236}">
                <a16:creationId xmlns:a16="http://schemas.microsoft.com/office/drawing/2014/main" id="{EC321148-EC45-14C5-C90E-BF159BE22D1A}"/>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pic>
        <p:nvPicPr>
          <p:cNvPr id="9" name="Picture 8">
            <a:extLst>
              <a:ext uri="{FF2B5EF4-FFF2-40B4-BE49-F238E27FC236}">
                <a16:creationId xmlns:a16="http://schemas.microsoft.com/office/drawing/2014/main" id="{44B5CC22-1580-2166-CCC0-704C61435C8B}"/>
              </a:ext>
            </a:extLst>
          </p:cNvPr>
          <p:cNvPicPr>
            <a:picLocks/>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40014" y="1543749"/>
            <a:ext cx="5644515" cy="3104515"/>
          </a:xfrm>
          <a:prstGeom prst="rect">
            <a:avLst/>
          </a:prstGeom>
          <a:noFill/>
        </p:spPr>
      </p:pic>
    </p:spTree>
    <p:extLst>
      <p:ext uri="{BB962C8B-B14F-4D97-AF65-F5344CB8AC3E}">
        <p14:creationId xmlns:p14="http://schemas.microsoft.com/office/powerpoint/2010/main" val="4132305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686BE-4764-5D83-04F5-6159E1F88BBA}"/>
              </a:ext>
            </a:extLst>
          </p:cNvPr>
          <p:cNvSpPr>
            <a:spLocks noGrp="1"/>
          </p:cNvSpPr>
          <p:nvPr>
            <p:ph type="title"/>
          </p:nvPr>
        </p:nvSpPr>
        <p:spPr>
          <a:xfrm>
            <a:off x="311700" y="399720"/>
            <a:ext cx="8520600" cy="572700"/>
          </a:xfrm>
        </p:spPr>
        <p:txBody>
          <a:bodyPr>
            <a:noAutofit/>
          </a:bodyPr>
          <a:lstStyle/>
          <a:p>
            <a:pPr algn="ctr"/>
            <a:r>
              <a:rPr lang="en-IN" sz="3200" b="1" dirty="0">
                <a:latin typeface="Times New Roman" panose="02020603050405020304" pitchFamily="18" charset="0"/>
                <a:cs typeface="Times New Roman" panose="02020603050405020304" pitchFamily="18" charset="0"/>
              </a:rPr>
              <a:t>CONCLUSION</a:t>
            </a:r>
            <a:endParaRPr lang="ta-IN" sz="3200" b="1" dirty="0">
              <a:latin typeface="Times New Roman" panose="02020603050405020304" pitchFamily="18" charset="0"/>
            </a:endParaRPr>
          </a:p>
        </p:txBody>
      </p:sp>
      <p:sp>
        <p:nvSpPr>
          <p:cNvPr id="3" name="Text Placeholder 2">
            <a:extLst>
              <a:ext uri="{FF2B5EF4-FFF2-40B4-BE49-F238E27FC236}">
                <a16:creationId xmlns:a16="http://schemas.microsoft.com/office/drawing/2014/main" id="{29F21B73-2EF0-BECF-1FCE-9C166A7AE0A6}"/>
              </a:ext>
            </a:extLst>
          </p:cNvPr>
          <p:cNvSpPr>
            <a:spLocks noGrp="1"/>
          </p:cNvSpPr>
          <p:nvPr>
            <p:ph type="body" idx="1"/>
          </p:nvPr>
        </p:nvSpPr>
        <p:spPr>
          <a:xfrm>
            <a:off x="765717" y="1285921"/>
            <a:ext cx="7746381" cy="3416400"/>
          </a:xfrm>
        </p:spPr>
        <p:txBody>
          <a:bodyPr>
            <a:normAutofit/>
          </a:bodyPr>
          <a:lstStyle/>
          <a:p>
            <a:pPr marL="114300" indent="0" algn="just">
              <a:lnSpc>
                <a:spcPct val="150000"/>
              </a:lnSpc>
              <a:buNone/>
            </a:pPr>
            <a:r>
              <a:rPr lang="en-US" dirty="0">
                <a:solidFill>
                  <a:schemeClr val="tx1"/>
                </a:solidFill>
                <a:latin typeface="Times New Roman" panose="02020603050405020304" pitchFamily="18" charset="0"/>
                <a:cs typeface="Times New Roman" panose="02020603050405020304" pitchFamily="18" charset="0"/>
              </a:rPr>
              <a:t>             The Smart Canteen System is designed with modular and efficient architecture. UML diagrams clearly represent the system’s structure and behavior. Modules like Menu, Cart, Order, and Payment are well organized and interconnected. User interactions from selecting food to confirming orders are smooth and systematic. The deployment diagram shows real-world implementation across devices and servers. Overall, the system ensures scalability, maintainability, and a user-friendly digital canteen experience.</a:t>
            </a:r>
          </a:p>
        </p:txBody>
      </p:sp>
      <p:pic>
        <p:nvPicPr>
          <p:cNvPr id="4" name="Google Shape;138;p1">
            <a:extLst>
              <a:ext uri="{FF2B5EF4-FFF2-40B4-BE49-F238E27FC236}">
                <a16:creationId xmlns:a16="http://schemas.microsoft.com/office/drawing/2014/main" id="{F1346E9E-F99F-3B8D-91B4-62EF0A8DD127}"/>
              </a:ext>
            </a:extLst>
          </p:cNvPr>
          <p:cNvPicPr preferRelativeResize="0"/>
          <p:nvPr/>
        </p:nvPicPr>
        <p:blipFill rotWithShape="1">
          <a:blip r:embed="rId2">
            <a:alphaModFix/>
          </a:blip>
          <a:srcRect/>
          <a:stretch/>
        </p:blipFill>
        <p:spPr>
          <a:xfrm>
            <a:off x="311700" y="255330"/>
            <a:ext cx="762558" cy="762395"/>
          </a:xfrm>
          <a:prstGeom prst="rect">
            <a:avLst/>
          </a:prstGeom>
          <a:noFill/>
          <a:ln>
            <a:noFill/>
          </a:ln>
        </p:spPr>
      </p:pic>
      <p:pic>
        <p:nvPicPr>
          <p:cNvPr id="5" name="Google Shape;139;p1">
            <a:extLst>
              <a:ext uri="{FF2B5EF4-FFF2-40B4-BE49-F238E27FC236}">
                <a16:creationId xmlns:a16="http://schemas.microsoft.com/office/drawing/2014/main" id="{EA1C2498-1927-C354-20AA-B1EE785D4A5F}"/>
              </a:ext>
            </a:extLst>
          </p:cNvPr>
          <p:cNvPicPr preferRelativeResize="0"/>
          <p:nvPr/>
        </p:nvPicPr>
        <p:blipFill rotWithShape="1">
          <a:blip r:embed="rId3">
            <a:alphaModFix/>
          </a:blip>
          <a:srcRect/>
          <a:stretch/>
        </p:blipFill>
        <p:spPr>
          <a:xfrm>
            <a:off x="8108115" y="176829"/>
            <a:ext cx="824970" cy="795591"/>
          </a:xfrm>
          <a:prstGeom prst="rect">
            <a:avLst/>
          </a:prstGeom>
          <a:noFill/>
          <a:ln>
            <a:noFill/>
          </a:ln>
        </p:spPr>
      </p:pic>
    </p:spTree>
    <p:extLst>
      <p:ext uri="{BB962C8B-B14F-4D97-AF65-F5344CB8AC3E}">
        <p14:creationId xmlns:p14="http://schemas.microsoft.com/office/powerpoint/2010/main" val="2724689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4"/>
          <p:cNvSpPr txBox="1"/>
          <p:nvPr/>
        </p:nvSpPr>
        <p:spPr>
          <a:xfrm>
            <a:off x="38100" y="1835250"/>
            <a:ext cx="9067800" cy="861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400" b="1">
                <a:solidFill>
                  <a:schemeClr val="dk1"/>
                </a:solidFill>
              </a:rPr>
              <a:t>THANK YOU</a:t>
            </a:r>
            <a:endParaRPr sz="2400" b="1">
              <a:solidFill>
                <a:srgbClr val="FF0000"/>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TotalTime>
  <Words>648</Words>
  <Application>Microsoft Office PowerPoint</Application>
  <PresentationFormat>On-screen Show (16:9)</PresentationFormat>
  <Paragraphs>67</Paragraphs>
  <Slides>27</Slides>
  <Notes>5</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Simple Light</vt:lpstr>
      <vt:lpstr>PowerPoint Presentation</vt:lpstr>
      <vt:lpstr>PowerPoint Presentation</vt:lpstr>
      <vt:lpstr>PROBLEM IDENTIFICATION</vt:lpstr>
      <vt:lpstr>ARCHITECTURE DIAGRAM</vt:lpstr>
      <vt:lpstr>PowerPoint Presentation</vt:lpstr>
      <vt:lpstr>PowerPoint Presentation</vt:lpstr>
      <vt:lpstr>PowerPoint Presentation</vt:lpstr>
      <vt:lpstr>USE CASE DIAGRAM</vt:lpstr>
      <vt:lpstr>ACTIVITY DIAGRAM</vt:lpstr>
      <vt:lpstr>CLASS DIAGRAM</vt:lpstr>
      <vt:lpstr>SEQUENCE DIAGRAM</vt:lpstr>
      <vt:lpstr>STATE MACHINE DIAGRAM</vt:lpstr>
      <vt:lpstr>COMPONENT DIAGRAM</vt:lpstr>
      <vt:lpstr>DEPLOYMENT DIAGRAM</vt:lpstr>
      <vt:lpstr>PACKAGE DIAGRAM</vt:lpstr>
      <vt:lpstr>                                   OUTPUT</vt:lpstr>
      <vt:lpstr>                                   OUTPUT</vt:lpstr>
      <vt:lpstr>                                   OUTPUT</vt:lpstr>
      <vt:lpstr>                                   OUTPUT</vt:lpstr>
      <vt:lpstr>                                   OUTPUT</vt:lpstr>
      <vt:lpstr>                                   OUTPUT</vt:lpstr>
      <vt:lpstr>                                   OUTPUT</vt:lpstr>
      <vt:lpstr>                                   OUTPUT</vt:lpstr>
      <vt:lpstr>                                   OUTPUT</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vishalini vengades</dc:creator>
  <cp:lastModifiedBy>sagana sarathi</cp:lastModifiedBy>
  <cp:revision>7</cp:revision>
  <dcterms:modified xsi:type="dcterms:W3CDTF">2025-12-17T04:08:51Z</dcterms:modified>
</cp:coreProperties>
</file>